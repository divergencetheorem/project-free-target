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1" r:id="rId2"/>
  </p:sldMasterIdLst>
  <p:notesMasterIdLst>
    <p:notesMasterId r:id="rId3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93" r:id="rId14"/>
    <p:sldId id="294" r:id="rId15"/>
    <p:sldId id="295" r:id="rId16"/>
    <p:sldId id="292" r:id="rId17"/>
    <p:sldId id="291" r:id="rId18"/>
    <p:sldId id="290" r:id="rId19"/>
    <p:sldId id="273" r:id="rId20"/>
    <p:sldId id="288" r:id="rId21"/>
    <p:sldId id="275" r:id="rId22"/>
    <p:sldId id="276" r:id="rId23"/>
    <p:sldId id="277" r:id="rId24"/>
    <p:sldId id="278" r:id="rId25"/>
    <p:sldId id="280" r:id="rId26"/>
    <p:sldId id="279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9144000" cy="5143500" type="screen16x9"/>
  <p:notesSz cx="6858000" cy="9144000"/>
  <p:embeddedFontLst>
    <p:embeddedFont>
      <p:font typeface="Lexend" panose="020B0604020202020204" charset="0"/>
      <p:regular r:id="rId36"/>
      <p:bold r:id="rId37"/>
    </p:embeddedFont>
    <p:embeddedFont>
      <p:font typeface="Lexend Light" panose="020B0604020202020204" charset="0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4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2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g33e81625ad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8" name="Google Shape;1908;g33e81625ad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g33e81625ad5_0_19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5" name="Google Shape;1945;g33e81625ad5_0_19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g33e81625ad5_0_1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5" name="Google Shape;1975;g33e81625ad5_0_1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g33e81625ad5_0_19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6" name="Google Shape;1986;g33e81625ad5_0_19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g33e81625ad5_0_20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4" name="Google Shape;1994;g33e81625ad5_0_20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33e81625ad5_0_20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33e81625ad5_0_20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33e81625ad5_0_20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7" name="Google Shape;2017;g33e81625ad5_0_20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g33e81625ad5_0_2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1" name="Google Shape;2031;g33e81625ad5_0_2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g33fdd5a5d75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2" name="Google Shape;2042;g33fdd5a5d75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g3407ffa2c7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6" name="Google Shape;2056;g3407ffa2c7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g3407ffa2c76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0" name="Google Shape;2070;g3407ffa2c76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3">
          <a:extLst>
            <a:ext uri="{FF2B5EF4-FFF2-40B4-BE49-F238E27FC236}">
              <a16:creationId xmlns:a16="http://schemas.microsoft.com/office/drawing/2014/main" id="{386D077B-605D-37CD-402C-B573B6595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g33fdd5a5d75_0_37:notes">
            <a:extLst>
              <a:ext uri="{FF2B5EF4-FFF2-40B4-BE49-F238E27FC236}">
                <a16:creationId xmlns:a16="http://schemas.microsoft.com/office/drawing/2014/main" id="{6CA85C9B-3821-E7B2-1850-51E823E63F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5" name="Google Shape;2155;g33fdd5a5d75_0_37:notes">
            <a:extLst>
              <a:ext uri="{FF2B5EF4-FFF2-40B4-BE49-F238E27FC236}">
                <a16:creationId xmlns:a16="http://schemas.microsoft.com/office/drawing/2014/main" id="{22DEBF6F-D79E-32C5-F501-EB6024E116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99523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3">
          <a:extLst>
            <a:ext uri="{FF2B5EF4-FFF2-40B4-BE49-F238E27FC236}">
              <a16:creationId xmlns:a16="http://schemas.microsoft.com/office/drawing/2014/main" id="{E6E126A4-FD73-0B29-0D1F-1B0C60222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g33fdd5a5d75_0_37:notes">
            <a:extLst>
              <a:ext uri="{FF2B5EF4-FFF2-40B4-BE49-F238E27FC236}">
                <a16:creationId xmlns:a16="http://schemas.microsoft.com/office/drawing/2014/main" id="{7A3180A0-F066-9812-ED77-30D05C75AA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5" name="Google Shape;2155;g33fdd5a5d75_0_37:notes">
            <a:extLst>
              <a:ext uri="{FF2B5EF4-FFF2-40B4-BE49-F238E27FC236}">
                <a16:creationId xmlns:a16="http://schemas.microsoft.com/office/drawing/2014/main" id="{995446F1-BDD4-18AE-70B8-60D0793454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226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3">
          <a:extLst>
            <a:ext uri="{FF2B5EF4-FFF2-40B4-BE49-F238E27FC236}">
              <a16:creationId xmlns:a16="http://schemas.microsoft.com/office/drawing/2014/main" id="{59C4966C-B797-EED1-5204-86B4EB16C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g33fdd5a5d75_0_37:notes">
            <a:extLst>
              <a:ext uri="{FF2B5EF4-FFF2-40B4-BE49-F238E27FC236}">
                <a16:creationId xmlns:a16="http://schemas.microsoft.com/office/drawing/2014/main" id="{6B370DEC-5109-DA97-602F-997A1794A7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5" name="Google Shape;2155;g33fdd5a5d75_0_37:notes">
            <a:extLst>
              <a:ext uri="{FF2B5EF4-FFF2-40B4-BE49-F238E27FC236}">
                <a16:creationId xmlns:a16="http://schemas.microsoft.com/office/drawing/2014/main" id="{8F47A19F-A874-48B4-24D6-BFA9D7B2F2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7321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3">
          <a:extLst>
            <a:ext uri="{FF2B5EF4-FFF2-40B4-BE49-F238E27FC236}">
              <a16:creationId xmlns:a16="http://schemas.microsoft.com/office/drawing/2014/main" id="{08F2BFC9-80A6-8135-5986-ED3066D8E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g33fdd5a5d75_0_37:notes">
            <a:extLst>
              <a:ext uri="{FF2B5EF4-FFF2-40B4-BE49-F238E27FC236}">
                <a16:creationId xmlns:a16="http://schemas.microsoft.com/office/drawing/2014/main" id="{364692F1-1601-DBDB-C848-A17859FDE9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5" name="Google Shape;2155;g33fdd5a5d75_0_37:notes">
            <a:extLst>
              <a:ext uri="{FF2B5EF4-FFF2-40B4-BE49-F238E27FC236}">
                <a16:creationId xmlns:a16="http://schemas.microsoft.com/office/drawing/2014/main" id="{51A43F5F-C312-A253-1A6C-385FD90677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62922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3">
          <a:extLst>
            <a:ext uri="{FF2B5EF4-FFF2-40B4-BE49-F238E27FC236}">
              <a16:creationId xmlns:a16="http://schemas.microsoft.com/office/drawing/2014/main" id="{3D173CBC-3A39-5104-CE95-CA32ECC66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g33fdd5a5d75_0_37:notes">
            <a:extLst>
              <a:ext uri="{FF2B5EF4-FFF2-40B4-BE49-F238E27FC236}">
                <a16:creationId xmlns:a16="http://schemas.microsoft.com/office/drawing/2014/main" id="{B93CC57B-0BA1-E751-BEA7-60FA04A2FB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5" name="Google Shape;2155;g33fdd5a5d75_0_37:notes">
            <a:extLst>
              <a:ext uri="{FF2B5EF4-FFF2-40B4-BE49-F238E27FC236}">
                <a16:creationId xmlns:a16="http://schemas.microsoft.com/office/drawing/2014/main" id="{18BBFAF9-E3C6-11E6-16D0-EB858F254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17410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3">
          <a:extLst>
            <a:ext uri="{FF2B5EF4-FFF2-40B4-BE49-F238E27FC236}">
              <a16:creationId xmlns:a16="http://schemas.microsoft.com/office/drawing/2014/main" id="{43A786A3-8589-31F9-DC73-4AAAA8992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g33fdd5a5d75_0_37:notes">
            <a:extLst>
              <a:ext uri="{FF2B5EF4-FFF2-40B4-BE49-F238E27FC236}">
                <a16:creationId xmlns:a16="http://schemas.microsoft.com/office/drawing/2014/main" id="{B1E95C6E-6556-2A5F-9ADC-49361CE59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5" name="Google Shape;2155;g33fdd5a5d75_0_37:notes">
            <a:extLst>
              <a:ext uri="{FF2B5EF4-FFF2-40B4-BE49-F238E27FC236}">
                <a16:creationId xmlns:a16="http://schemas.microsoft.com/office/drawing/2014/main" id="{6797A42E-06A6-A678-9E72-8482D6D1D0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76090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g33fdd5a5d75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5" name="Google Shape;2155;g33fdd5a5d75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Google Shape;2183;g33e81625ad5_0_2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4" name="Google Shape;2184;g33e81625ad5_0_2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g33e81625ad5_0_2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8" name="Google Shape;2198;g33e81625ad5_0_2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g33e81625ad5_0_2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0" name="Google Shape;2210;g33e81625ad5_0_2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33ea39c828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33ea39c828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Google Shape;2251;g33ea39c8288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2" name="Google Shape;2252;g33ea39c8288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g33ea39c8288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4" name="Google Shape;2234;g33ea39c8288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Google Shape;2264;g33fdd5a5d7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5" name="Google Shape;2265;g33fdd5a5d7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g33ea39c828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8" name="Google Shape;2278;g33ea39c828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g33ea39c8288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0" name="Google Shape;2290;g33ea39c8288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33ea39c8288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5" name="Google Shape;2305;g33ea39c8288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g33ea39c8288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0" name="Google Shape;2320;g33ea39c8288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g33ea39c8288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4" name="Google Shape;2334;g33ea39c8288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9" name="Google Shape;2349;g3407ffa2c76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0" name="Google Shape;2350;g3407ffa2c76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solid with header">
  <p:cSld name="CUSTOM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2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3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4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688">
          <p15:clr>
            <a:srgbClr val="E46962"/>
          </p15:clr>
        </p15:guide>
        <p15:guide id="2" orient="horz" pos="3168">
          <p15:clr>
            <a:srgbClr val="E46962"/>
          </p15:clr>
        </p15:guide>
        <p15:guide id="3" orient="horz" pos="936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grid with header">
  <p:cSld name="CUSTOM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4" name="Google Shape;64;p15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23" name="Google Shape;123;p1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1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2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3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4"/>
          </p:nvPr>
        </p:nvSpPr>
        <p:spPr>
          <a:xfrm>
            <a:off x="5767125" y="572700"/>
            <a:ext cx="3238500" cy="9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208725" y="344175"/>
            <a:ext cx="5340900" cy="18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with header">
  <p:cSld name="CUSTOM_1_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2" name="Google Shape;132;p16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91" name="Google Shape;191;p1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3" name="Google Shape;193;p16"/>
          <p:cNvSpPr txBox="1">
            <a:spLocks noGrp="1"/>
          </p:cNvSpPr>
          <p:nvPr>
            <p:ph type="title"/>
          </p:nvPr>
        </p:nvSpPr>
        <p:spPr>
          <a:xfrm>
            <a:off x="1579100" y="491225"/>
            <a:ext cx="4966200" cy="7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6"/>
          <p:cNvSpPr txBox="1">
            <a:spLocks noGrp="1"/>
          </p:cNvSpPr>
          <p:nvPr>
            <p:ph type="body" idx="1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2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body" idx="3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orient="horz" pos="720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with header">
  <p:cSld name="CUSTOM_1_1_1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1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99" name="Google Shape;199;p17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3" name="Google Shape;223;p17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6" name="Google Shape;226;p17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3" name="Google Shape;233;p17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5" name="Google Shape;235;p17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6" name="Google Shape;236;p17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7" name="Google Shape;237;p17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8" name="Google Shape;238;p17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9" name="Google Shape;239;p17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0" name="Google Shape;240;p17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2" name="Google Shape;242;p17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4" name="Google Shape;244;p17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6" name="Google Shape;246;p17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3" name="Google Shape;253;p17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4" name="Google Shape;254;p17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5" name="Google Shape;255;p17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6" name="Google Shape;256;p17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7" name="Google Shape;257;p17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58" name="Google Shape;258;p1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60" name="Google Shape;260;p17"/>
          <p:cNvSpPr txBox="1">
            <a:spLocks noGrp="1"/>
          </p:cNvSpPr>
          <p:nvPr>
            <p:ph type="body" idx="1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261" name="Google Shape;261;p17"/>
          <p:cNvSpPr txBox="1">
            <a:spLocks noGrp="1"/>
          </p:cNvSpPr>
          <p:nvPr>
            <p:ph type="body" idx="2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262" name="Google Shape;262;p17"/>
          <p:cNvSpPr txBox="1">
            <a:spLocks noGrp="1"/>
          </p:cNvSpPr>
          <p:nvPr>
            <p:ph type="body" idx="3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17"/>
          <p:cNvSpPr txBox="1">
            <a:spLocks noGrp="1"/>
          </p:cNvSpPr>
          <p:nvPr>
            <p:ph type="subTitle" idx="4"/>
          </p:nvPr>
        </p:nvSpPr>
        <p:spPr>
          <a:xfrm>
            <a:off x="516425" y="2548200"/>
            <a:ext cx="3736200" cy="12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17"/>
          <p:cNvSpPr txBox="1">
            <a:spLocks noGrp="1"/>
          </p:cNvSpPr>
          <p:nvPr>
            <p:ph type="subTitle" idx="5"/>
          </p:nvPr>
        </p:nvSpPr>
        <p:spPr>
          <a:xfrm>
            <a:off x="5128850" y="2548200"/>
            <a:ext cx="3679500" cy="12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17"/>
          <p:cNvSpPr txBox="1">
            <a:spLocks noGrp="1"/>
          </p:cNvSpPr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images">
  <p:cSld name="CUSTOM_1_1_1_1_1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1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68" name="Google Shape;268;p18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1" name="Google Shape;271;p18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2" name="Google Shape;272;p18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0" name="Google Shape;280;p18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1" name="Google Shape;281;p18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2" name="Google Shape;282;p18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3" name="Google Shape;283;p18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4" name="Google Shape;284;p18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5" name="Google Shape;285;p18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6" name="Google Shape;286;p18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7" name="Google Shape;287;p18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8" name="Google Shape;288;p18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9" name="Google Shape;289;p18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0" name="Google Shape;290;p18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1" name="Google Shape;291;p18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2" name="Google Shape;292;p18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6" name="Google Shape;296;p18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7" name="Google Shape;297;p18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8" name="Google Shape;298;p18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9" name="Google Shape;299;p18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0" name="Google Shape;300;p18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1" name="Google Shape;301;p18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2" name="Google Shape;302;p18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4" name="Google Shape;304;p18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5" name="Google Shape;305;p18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6" name="Google Shape;306;p18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8" name="Google Shape;308;p18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9" name="Google Shape;309;p18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0" name="Google Shape;310;p18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3" name="Google Shape;313;p18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4" name="Google Shape;314;p18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6" name="Google Shape;316;p18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7" name="Google Shape;317;p18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20" name="Google Shape;320;p18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21" name="Google Shape;321;p18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22" name="Google Shape;322;p18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23" name="Google Shape;323;p18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24" name="Google Shape;324;p18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25" name="Google Shape;325;p18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26" name="Google Shape;326;p18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27" name="Google Shape;327;p1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9" name="Google Shape;329;p18"/>
          <p:cNvSpPr txBox="1">
            <a:spLocks noGrp="1"/>
          </p:cNvSpPr>
          <p:nvPr>
            <p:ph type="body" idx="1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330" name="Google Shape;330;p18"/>
          <p:cNvSpPr txBox="1">
            <a:spLocks noGrp="1"/>
          </p:cNvSpPr>
          <p:nvPr>
            <p:ph type="body" idx="2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331" name="Google Shape;331;p18"/>
          <p:cNvSpPr txBox="1">
            <a:spLocks noGrp="1"/>
          </p:cNvSpPr>
          <p:nvPr>
            <p:ph type="body" idx="3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2" name="Google Shape;332;p18"/>
          <p:cNvSpPr txBox="1">
            <a:spLocks noGrp="1"/>
          </p:cNvSpPr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boxes with header">
  <p:cSld name="CUSTOM_1_1_1_1_1_1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1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335" name="Google Shape;335;p19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6" name="Google Shape;336;p19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7" name="Google Shape;337;p19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8" name="Google Shape;338;p19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0" name="Google Shape;340;p19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1" name="Google Shape;341;p19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2" name="Google Shape;342;p19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3" name="Google Shape;343;p19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4" name="Google Shape;344;p19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5" name="Google Shape;345;p19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7" name="Google Shape;347;p19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8" name="Google Shape;348;p19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0" name="Google Shape;350;p19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1" name="Google Shape;351;p19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2" name="Google Shape;352;p19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3" name="Google Shape;353;p19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4" name="Google Shape;354;p19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5" name="Google Shape;355;p19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6" name="Google Shape;356;p19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7" name="Google Shape;357;p19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8" name="Google Shape;358;p19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9" name="Google Shape;359;p19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0" name="Google Shape;360;p19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1" name="Google Shape;361;p19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2" name="Google Shape;362;p19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3" name="Google Shape;363;p19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4" name="Google Shape;364;p19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5" name="Google Shape;365;p19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6" name="Google Shape;366;p19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7" name="Google Shape;367;p19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8" name="Google Shape;368;p19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9" name="Google Shape;369;p19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0" name="Google Shape;370;p19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1" name="Google Shape;371;p19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2" name="Google Shape;372;p19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3" name="Google Shape;373;p19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4" name="Google Shape;374;p19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5" name="Google Shape;375;p19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6" name="Google Shape;376;p19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7" name="Google Shape;377;p19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8" name="Google Shape;378;p19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9" name="Google Shape;379;p19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0" name="Google Shape;380;p19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1" name="Google Shape;381;p19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2" name="Google Shape;382;p19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3" name="Google Shape;383;p19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4" name="Google Shape;384;p19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5" name="Google Shape;385;p19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6" name="Google Shape;386;p19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7" name="Google Shape;387;p19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8" name="Google Shape;388;p19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9" name="Google Shape;389;p19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1" name="Google Shape;391;p19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2" name="Google Shape;392;p19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3" name="Google Shape;393;p19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94" name="Google Shape;394;p1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6" name="Google Shape;396;p19"/>
          <p:cNvSpPr txBox="1">
            <a:spLocks noGrp="1"/>
          </p:cNvSpPr>
          <p:nvPr>
            <p:ph type="title"/>
          </p:nvPr>
        </p:nvSpPr>
        <p:spPr>
          <a:xfrm>
            <a:off x="209775" y="468575"/>
            <a:ext cx="5016000" cy="13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9"/>
          <p:cNvSpPr txBox="1">
            <a:spLocks noGrp="1"/>
          </p:cNvSpPr>
          <p:nvPr>
            <p:ph type="body" idx="1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398" name="Google Shape;398;p19"/>
          <p:cNvSpPr txBox="1">
            <a:spLocks noGrp="1"/>
          </p:cNvSpPr>
          <p:nvPr>
            <p:ph type="body" idx="2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399" name="Google Shape;399;p19"/>
          <p:cNvSpPr txBox="1">
            <a:spLocks noGrp="1"/>
          </p:cNvSpPr>
          <p:nvPr>
            <p:ph type="body" idx="3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boxes with header">
  <p:cSld name="CUSTOM_1_1_1_1_1_1_1_1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oogle Shape;401;p2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02" name="Google Shape;402;p20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3" name="Google Shape;403;p20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4" name="Google Shape;404;p20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5" name="Google Shape;405;p20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6" name="Google Shape;406;p20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7" name="Google Shape;407;p20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8" name="Google Shape;408;p20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9" name="Google Shape;409;p20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0" name="Google Shape;410;p20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1" name="Google Shape;411;p20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2" name="Google Shape;412;p20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3" name="Google Shape;413;p20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4" name="Google Shape;414;p20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5" name="Google Shape;415;p20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6" name="Google Shape;416;p20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7" name="Google Shape;417;p20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8" name="Google Shape;418;p20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9" name="Google Shape;419;p20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0" name="Google Shape;420;p20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1" name="Google Shape;421;p20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2" name="Google Shape;422;p20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3" name="Google Shape;423;p20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4" name="Google Shape;424;p20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5" name="Google Shape;425;p20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6" name="Google Shape;426;p20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7" name="Google Shape;427;p20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8" name="Google Shape;428;p20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9" name="Google Shape;429;p20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30" name="Google Shape;430;p20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31" name="Google Shape;431;p20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32" name="Google Shape;432;p20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33" name="Google Shape;433;p20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34" name="Google Shape;434;p20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35" name="Google Shape;435;p20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36" name="Google Shape;436;p20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37" name="Google Shape;437;p20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38" name="Google Shape;438;p20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39" name="Google Shape;439;p20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0" name="Google Shape;440;p20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1" name="Google Shape;441;p20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2" name="Google Shape;442;p20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3" name="Google Shape;443;p20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4" name="Google Shape;444;p20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5" name="Google Shape;445;p20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6" name="Google Shape;446;p20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7" name="Google Shape;447;p20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8" name="Google Shape;448;p20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9" name="Google Shape;449;p20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0" name="Google Shape;450;p20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1" name="Google Shape;451;p20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2" name="Google Shape;452;p20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8" name="Google Shape;458;p20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9" name="Google Shape;459;p20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0" name="Google Shape;460;p20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61" name="Google Shape;461;p20"/>
          <p:cNvSpPr txBox="1">
            <a:spLocks noGrp="1"/>
          </p:cNvSpPr>
          <p:nvPr>
            <p:ph type="title"/>
          </p:nvPr>
        </p:nvSpPr>
        <p:spPr>
          <a:xfrm>
            <a:off x="209775" y="468575"/>
            <a:ext cx="5016000" cy="6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2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463" name="Google Shape;463;p20"/>
          <p:cNvSpPr txBox="1"/>
          <p:nvPr/>
        </p:nvSpPr>
        <p:spPr>
          <a:xfrm>
            <a:off x="0" y="-39600"/>
            <a:ext cx="263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▶ </a:t>
            </a:r>
            <a:endParaRPr sz="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0"/>
          <p:cNvSpPr txBox="1">
            <a:spLocks noGrp="1"/>
          </p:cNvSpPr>
          <p:nvPr>
            <p:ph type="body" idx="1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466" name="Google Shape;466;p20"/>
          <p:cNvSpPr txBox="1">
            <a:spLocks noGrp="1"/>
          </p:cNvSpPr>
          <p:nvPr>
            <p:ph type="body" idx="2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467" name="Google Shape;467;p20"/>
          <p:cNvSpPr txBox="1">
            <a:spLocks noGrp="1"/>
          </p:cNvSpPr>
          <p:nvPr>
            <p:ph type="body" idx="3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8" name="Google Shape;468;p2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CUSTOM_1_1_1_1_1_1_1_1_1_1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p2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71" name="Google Shape;471;p21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2" name="Google Shape;472;p21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3" name="Google Shape;473;p21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4" name="Google Shape;474;p21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5" name="Google Shape;475;p21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7" name="Google Shape;477;p21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8" name="Google Shape;478;p21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9" name="Google Shape;479;p21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0" name="Google Shape;480;p21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1" name="Google Shape;481;p21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2" name="Google Shape;482;p21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3" name="Google Shape;483;p21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5" name="Google Shape;485;p21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6" name="Google Shape;486;p21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7" name="Google Shape;487;p21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8" name="Google Shape;488;p21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9" name="Google Shape;489;p21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0" name="Google Shape;490;p21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1" name="Google Shape;491;p21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2" name="Google Shape;492;p21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3" name="Google Shape;493;p21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4" name="Google Shape;494;p21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5" name="Google Shape;495;p21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6" name="Google Shape;496;p21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7" name="Google Shape;497;p21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9" name="Google Shape;499;p21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0" name="Google Shape;500;p21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2" name="Google Shape;522;p21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3" name="Google Shape;523;p21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4" name="Google Shape;524;p21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5" name="Google Shape;525;p21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6" name="Google Shape;526;p21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7" name="Google Shape;527;p21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8" name="Google Shape;528;p21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9" name="Google Shape;529;p21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30" name="Google Shape;530;p2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531" name="Google Shape;531;p2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1"/>
          <p:cNvSpPr txBox="1">
            <a:spLocks noGrp="1"/>
          </p:cNvSpPr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21"/>
          <p:cNvSpPr txBox="1">
            <a:spLocks noGrp="1"/>
          </p:cNvSpPr>
          <p:nvPr>
            <p:ph type="subTitle" idx="1"/>
          </p:nvPr>
        </p:nvSpPr>
        <p:spPr>
          <a:xfrm>
            <a:off x="5767125" y="425525"/>
            <a:ext cx="3238500" cy="35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2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1_1_1_1_1_1_1_1_1_1_1"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oogle Shape;536;p2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537" name="Google Shape;537;p22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9" name="Google Shape;549;p22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50" name="Google Shape;550;p22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51" name="Google Shape;551;p22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9" name="Google Shape;569;p22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0" name="Google Shape;570;p22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1" name="Google Shape;571;p22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2" name="Google Shape;572;p22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3" name="Google Shape;573;p22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4" name="Google Shape;574;p22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7" name="Google Shape;577;p22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8" name="Google Shape;578;p22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9" name="Google Shape;579;p22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0" name="Google Shape;580;p22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1" name="Google Shape;581;p22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2" name="Google Shape;582;p22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3" name="Google Shape;583;p22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4" name="Google Shape;584;p22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5" name="Google Shape;585;p22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6" name="Google Shape;586;p22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7" name="Google Shape;587;p22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8" name="Google Shape;588;p22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9" name="Google Shape;589;p22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0" name="Google Shape;590;p22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1" name="Google Shape;591;p22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2" name="Google Shape;592;p22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3" name="Google Shape;593;p22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4" name="Google Shape;594;p22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5" name="Google Shape;595;p22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96" name="Google Shape;596;p2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597" name="Google Shape;597;p2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22"/>
          <p:cNvSpPr txBox="1">
            <a:spLocks noGrp="1"/>
          </p:cNvSpPr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2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CUSTOM_1_1_1_1_1_1_1_1_1_1_2"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1" name="Google Shape;601;p2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02" name="Google Shape;602;p23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8" name="Google Shape;618;p23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9" name="Google Shape;619;p23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0" name="Google Shape;620;p23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1" name="Google Shape;621;p23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2" name="Google Shape;622;p23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3" name="Google Shape;623;p23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4" name="Google Shape;624;p23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5" name="Google Shape;625;p23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6" name="Google Shape;626;p23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7" name="Google Shape;627;p23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8" name="Google Shape;628;p23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9" name="Google Shape;629;p23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0" name="Google Shape;630;p23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1" name="Google Shape;631;p23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2" name="Google Shape;632;p23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3" name="Google Shape;633;p23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4" name="Google Shape;634;p23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5" name="Google Shape;635;p23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6" name="Google Shape;636;p23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7" name="Google Shape;637;p23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8" name="Google Shape;638;p23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9" name="Google Shape;639;p23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0" name="Google Shape;640;p23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1" name="Google Shape;641;p23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2" name="Google Shape;642;p23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3" name="Google Shape;643;p23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4" name="Google Shape;644;p23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5" name="Google Shape;645;p23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6" name="Google Shape;646;p23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7" name="Google Shape;647;p23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8" name="Google Shape;648;p23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9" name="Google Shape;649;p23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0" name="Google Shape;650;p23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1" name="Google Shape;651;p23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2" name="Google Shape;652;p23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5" name="Google Shape;655;p23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6" name="Google Shape;656;p23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7" name="Google Shape;657;p23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8" name="Google Shape;658;p23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9" name="Google Shape;659;p23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60" name="Google Shape;660;p23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61" name="Google Shape;661;p2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662" name="Google Shape;662;p2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23"/>
          <p:cNvSpPr txBox="1">
            <a:spLocks noGrp="1"/>
          </p:cNvSpPr>
          <p:nvPr>
            <p:ph type="title"/>
          </p:nvPr>
        </p:nvSpPr>
        <p:spPr>
          <a:xfrm>
            <a:off x="208725" y="344175"/>
            <a:ext cx="7640400" cy="20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4" name="Google Shape;664;p23"/>
          <p:cNvSpPr txBox="1">
            <a:spLocks noGrp="1"/>
          </p:cNvSpPr>
          <p:nvPr>
            <p:ph type="body" idx="1"/>
          </p:nvPr>
        </p:nvSpPr>
        <p:spPr>
          <a:xfrm>
            <a:off x="208725" y="2320375"/>
            <a:ext cx="7353900" cy="25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665" name="Google Shape;665;p2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1_1_1_1_1_1_1_1_1_1_2_1"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p2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68" name="Google Shape;668;p24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2" name="Google Shape;672;p24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3" name="Google Shape;673;p24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4" name="Google Shape;674;p24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5" name="Google Shape;675;p24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6" name="Google Shape;676;p24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7" name="Google Shape;677;p24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8" name="Google Shape;678;p24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9" name="Google Shape;679;p24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0" name="Google Shape;680;p24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1" name="Google Shape;681;p24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2" name="Google Shape;682;p24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3" name="Google Shape;683;p24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4" name="Google Shape;684;p24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5" name="Google Shape;685;p24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6" name="Google Shape;686;p24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7" name="Google Shape;687;p24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8" name="Google Shape;688;p24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9" name="Google Shape;689;p24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0" name="Google Shape;690;p24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1" name="Google Shape;691;p24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2" name="Google Shape;692;p24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3" name="Google Shape;693;p24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4" name="Google Shape;694;p24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5" name="Google Shape;695;p24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6" name="Google Shape;696;p24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7" name="Google Shape;697;p24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8" name="Google Shape;698;p24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9" name="Google Shape;699;p24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0" name="Google Shape;700;p24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1" name="Google Shape;701;p24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2" name="Google Shape;702;p24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3" name="Google Shape;703;p24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4" name="Google Shape;704;p24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5" name="Google Shape;705;p24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6" name="Google Shape;706;p24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7" name="Google Shape;707;p24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8" name="Google Shape;708;p24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9" name="Google Shape;709;p24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0" name="Google Shape;710;p24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1" name="Google Shape;711;p24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2" name="Google Shape;712;p24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3" name="Google Shape;713;p24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4" name="Google Shape;714;p24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5" name="Google Shape;715;p24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6" name="Google Shape;716;p24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7" name="Google Shape;717;p24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8" name="Google Shape;718;p24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9" name="Google Shape;719;p24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20" name="Google Shape;720;p24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21" name="Google Shape;721;p24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22" name="Google Shape;722;p24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23" name="Google Shape;723;p24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24" name="Google Shape;724;p24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25" name="Google Shape;725;p24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26" name="Google Shape;726;p24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727" name="Google Shape;727;p2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728" name="Google Shape;728;p2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24"/>
          <p:cNvSpPr txBox="1">
            <a:spLocks noGrp="1"/>
          </p:cNvSpPr>
          <p:nvPr>
            <p:ph type="title"/>
          </p:nvPr>
        </p:nvSpPr>
        <p:spPr>
          <a:xfrm>
            <a:off x="208725" y="344175"/>
            <a:ext cx="7418400" cy="20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0" name="Google Shape;730;p24"/>
          <p:cNvSpPr txBox="1">
            <a:spLocks noGrp="1"/>
          </p:cNvSpPr>
          <p:nvPr>
            <p:ph type="body" idx="1"/>
          </p:nvPr>
        </p:nvSpPr>
        <p:spPr>
          <a:xfrm>
            <a:off x="208725" y="2320375"/>
            <a:ext cx="4254900" cy="25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731" name="Google Shape;731;p24"/>
          <p:cNvSpPr txBox="1">
            <a:spLocks noGrp="1"/>
          </p:cNvSpPr>
          <p:nvPr>
            <p:ph type="body" idx="2"/>
          </p:nvPr>
        </p:nvSpPr>
        <p:spPr>
          <a:xfrm>
            <a:off x="4684150" y="2320375"/>
            <a:ext cx="4254900" cy="25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732" name="Google Shape;732;p2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1_1_1_1_1_1_1_1_1_1_2_1_1"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4" name="Google Shape;734;p2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735" name="Google Shape;735;p25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6" name="Google Shape;736;p25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7" name="Google Shape;737;p25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8" name="Google Shape;738;p25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9" name="Google Shape;739;p25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0" name="Google Shape;740;p25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1" name="Google Shape;741;p25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2" name="Google Shape;742;p25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3" name="Google Shape;743;p25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4" name="Google Shape;744;p25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5" name="Google Shape;745;p25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6" name="Google Shape;746;p25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7" name="Google Shape;747;p25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8" name="Google Shape;748;p25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9" name="Google Shape;749;p25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50" name="Google Shape;750;p25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51" name="Google Shape;751;p25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52" name="Google Shape;752;p25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53" name="Google Shape;753;p25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54" name="Google Shape;754;p25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55" name="Google Shape;755;p25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56" name="Google Shape;756;p25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57" name="Google Shape;757;p25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58" name="Google Shape;758;p25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59" name="Google Shape;759;p25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60" name="Google Shape;760;p25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61" name="Google Shape;761;p25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62" name="Google Shape;762;p25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63" name="Google Shape;763;p25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64" name="Google Shape;764;p25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65" name="Google Shape;765;p25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66" name="Google Shape;766;p25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67" name="Google Shape;767;p25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68" name="Google Shape;768;p25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69" name="Google Shape;769;p25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70" name="Google Shape;770;p25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71" name="Google Shape;771;p25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72" name="Google Shape;772;p25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73" name="Google Shape;773;p25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74" name="Google Shape;774;p25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75" name="Google Shape;775;p25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76" name="Google Shape;776;p25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77" name="Google Shape;777;p25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78" name="Google Shape;778;p25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79" name="Google Shape;779;p25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0" name="Google Shape;780;p25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1" name="Google Shape;781;p25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2" name="Google Shape;782;p25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3" name="Google Shape;783;p25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4" name="Google Shape;784;p25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5" name="Google Shape;785;p25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6" name="Google Shape;786;p25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7" name="Google Shape;787;p25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8" name="Google Shape;788;p25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9" name="Google Shape;789;p25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0" name="Google Shape;790;p25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1" name="Google Shape;791;p25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2" name="Google Shape;792;p25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3" name="Google Shape;793;p25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794" name="Google Shape;794;p2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795" name="Google Shape;795;p2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25"/>
          <p:cNvSpPr txBox="1">
            <a:spLocks noGrp="1"/>
          </p:cNvSpPr>
          <p:nvPr>
            <p:ph type="title"/>
          </p:nvPr>
        </p:nvSpPr>
        <p:spPr>
          <a:xfrm>
            <a:off x="208725" y="344175"/>
            <a:ext cx="7601100" cy="20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2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one column text">
  <p:cSld name="CUSTOM_1_1_1_1_1_1_1_1_1_1_2_1_1_1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9" name="Google Shape;799;p2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00" name="Google Shape;800;p26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1" name="Google Shape;801;p26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2" name="Google Shape;802;p26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3" name="Google Shape;803;p26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4" name="Google Shape;804;p26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5" name="Google Shape;805;p26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6" name="Google Shape;806;p26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7" name="Google Shape;807;p26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8" name="Google Shape;808;p26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9" name="Google Shape;809;p26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0" name="Google Shape;810;p26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1" name="Google Shape;811;p26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2" name="Google Shape;812;p26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3" name="Google Shape;813;p26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4" name="Google Shape;814;p26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5" name="Google Shape;815;p26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6" name="Google Shape;816;p26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7" name="Google Shape;817;p26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8" name="Google Shape;818;p26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9" name="Google Shape;819;p26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0" name="Google Shape;820;p26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1" name="Google Shape;821;p26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2" name="Google Shape;822;p26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3" name="Google Shape;823;p26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4" name="Google Shape;824;p26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5" name="Google Shape;825;p26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6" name="Google Shape;826;p26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7" name="Google Shape;827;p26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8" name="Google Shape;828;p26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9" name="Google Shape;829;p26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0" name="Google Shape;830;p26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1" name="Google Shape;831;p26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2" name="Google Shape;832;p26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3" name="Google Shape;833;p26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4" name="Google Shape;834;p26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5" name="Google Shape;835;p26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6" name="Google Shape;836;p26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7" name="Google Shape;837;p26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8" name="Google Shape;838;p26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9" name="Google Shape;839;p26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0" name="Google Shape;840;p26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1" name="Google Shape;841;p26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2" name="Google Shape;842;p26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3" name="Google Shape;843;p26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4" name="Google Shape;844;p26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5" name="Google Shape;845;p26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6" name="Google Shape;846;p26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7" name="Google Shape;847;p26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8" name="Google Shape;848;p26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9" name="Google Shape;849;p26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0" name="Google Shape;850;p26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1" name="Google Shape;851;p26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2" name="Google Shape;852;p26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3" name="Google Shape;853;p26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4" name="Google Shape;854;p26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5" name="Google Shape;855;p26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6" name="Google Shape;856;p26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7" name="Google Shape;857;p26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8" name="Google Shape;858;p26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59" name="Google Shape;859;p2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860" name="Google Shape;860;p2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26"/>
          <p:cNvSpPr txBox="1">
            <a:spLocks noGrp="1"/>
          </p:cNvSpPr>
          <p:nvPr>
            <p:ph type="title"/>
          </p:nvPr>
        </p:nvSpPr>
        <p:spPr>
          <a:xfrm>
            <a:off x="208725" y="344175"/>
            <a:ext cx="5558400" cy="20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2" name="Google Shape;862;p26"/>
          <p:cNvSpPr txBox="1">
            <a:spLocks noGrp="1"/>
          </p:cNvSpPr>
          <p:nvPr>
            <p:ph type="subTitle" idx="1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3" name="Google Shape;863;p26"/>
          <p:cNvSpPr txBox="1">
            <a:spLocks noGrp="1"/>
          </p:cNvSpPr>
          <p:nvPr>
            <p:ph type="body" idx="2"/>
          </p:nvPr>
        </p:nvSpPr>
        <p:spPr>
          <a:xfrm>
            <a:off x="208725" y="3050325"/>
            <a:ext cx="6666600" cy="18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864" name="Google Shape;864;p2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CUSTOM_1_1_1_1_1_1_1_1_1_1_2_1_1_1_1"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6" name="Google Shape;866;p2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67" name="Google Shape;867;p27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8" name="Google Shape;868;p27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9" name="Google Shape;869;p27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0" name="Google Shape;870;p27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1" name="Google Shape;871;p27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2" name="Google Shape;872;p27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3" name="Google Shape;873;p27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4" name="Google Shape;874;p27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5" name="Google Shape;875;p27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6" name="Google Shape;876;p27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7" name="Google Shape;877;p27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8" name="Google Shape;878;p27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9" name="Google Shape;879;p27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0" name="Google Shape;880;p27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1" name="Google Shape;881;p27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2" name="Google Shape;882;p27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3" name="Google Shape;883;p27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4" name="Google Shape;884;p27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5" name="Google Shape;885;p27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6" name="Google Shape;886;p27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7" name="Google Shape;887;p27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8" name="Google Shape;888;p27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9" name="Google Shape;889;p27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0" name="Google Shape;890;p27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1" name="Google Shape;891;p27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2" name="Google Shape;892;p27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3" name="Google Shape;893;p27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4" name="Google Shape;894;p27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5" name="Google Shape;895;p27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6" name="Google Shape;896;p27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7" name="Google Shape;897;p27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8" name="Google Shape;898;p27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9" name="Google Shape;899;p27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0" name="Google Shape;900;p27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1" name="Google Shape;901;p27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2" name="Google Shape;902;p27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3" name="Google Shape;903;p27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4" name="Google Shape;904;p27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5" name="Google Shape;905;p27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6" name="Google Shape;906;p27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7" name="Google Shape;907;p27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8" name="Google Shape;908;p27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9" name="Google Shape;909;p27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0" name="Google Shape;910;p27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1" name="Google Shape;911;p27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2" name="Google Shape;912;p27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3" name="Google Shape;913;p27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4" name="Google Shape;914;p27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5" name="Google Shape;915;p27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6" name="Google Shape;916;p27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7" name="Google Shape;917;p27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8" name="Google Shape;918;p27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9" name="Google Shape;919;p27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0" name="Google Shape;920;p27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1" name="Google Shape;921;p27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2" name="Google Shape;922;p27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3" name="Google Shape;923;p27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4" name="Google Shape;924;p27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5" name="Google Shape;925;p27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926" name="Google Shape;926;p2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927" name="Google Shape;927;p2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27"/>
          <p:cNvSpPr txBox="1">
            <a:spLocks noGrp="1"/>
          </p:cNvSpPr>
          <p:nvPr>
            <p:ph type="title"/>
          </p:nvPr>
        </p:nvSpPr>
        <p:spPr>
          <a:xfrm>
            <a:off x="836250" y="1569150"/>
            <a:ext cx="7471500" cy="20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9" name="Google Shape;929;p2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2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32" name="Google Shape;932;p2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33" name="Google Shape;933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2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37" name="Google Shape;937;p2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38" name="Google Shape;938;p2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939" name="Google Shape;939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section title and description">
  <p:cSld name="CUSTOM_1_1_1_1_1_1_1_1_1_1_2_1_1_1_1_1"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1" name="Google Shape;941;p3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942" name="Google Shape;942;p30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3" name="Google Shape;943;p30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4" name="Google Shape;944;p30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5" name="Google Shape;945;p30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6" name="Google Shape;946;p30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7" name="Google Shape;947;p30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8" name="Google Shape;948;p30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9" name="Google Shape;949;p30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0" name="Google Shape;950;p30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1" name="Google Shape;951;p30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2" name="Google Shape;952;p30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3" name="Google Shape;953;p30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4" name="Google Shape;954;p30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5" name="Google Shape;955;p30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6" name="Google Shape;956;p30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7" name="Google Shape;957;p30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8" name="Google Shape;958;p30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9" name="Google Shape;959;p30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0" name="Google Shape;960;p30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1" name="Google Shape;961;p30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2" name="Google Shape;962;p30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3" name="Google Shape;963;p30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4" name="Google Shape;964;p30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5" name="Google Shape;965;p30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6" name="Google Shape;966;p30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7" name="Google Shape;967;p30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8" name="Google Shape;968;p30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9" name="Google Shape;969;p30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0" name="Google Shape;970;p30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1" name="Google Shape;971;p30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2" name="Google Shape;972;p30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3" name="Google Shape;973;p30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4" name="Google Shape;974;p30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5" name="Google Shape;975;p30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6" name="Google Shape;976;p30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7" name="Google Shape;977;p30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8" name="Google Shape;978;p30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9" name="Google Shape;979;p30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80" name="Google Shape;980;p30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81" name="Google Shape;981;p30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82" name="Google Shape;982;p30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83" name="Google Shape;983;p30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84" name="Google Shape;984;p30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85" name="Google Shape;985;p30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86" name="Google Shape;986;p30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87" name="Google Shape;987;p30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88" name="Google Shape;988;p30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89" name="Google Shape;989;p30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90" name="Google Shape;990;p30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91" name="Google Shape;991;p30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92" name="Google Shape;992;p30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93" name="Google Shape;993;p30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94" name="Google Shape;994;p30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95" name="Google Shape;995;p30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96" name="Google Shape;996;p30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97" name="Google Shape;997;p30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98" name="Google Shape;998;p30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99" name="Google Shape;999;p30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00" name="Google Shape;1000;p30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001" name="Google Shape;1001;p3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1002" name="Google Shape;1002;p3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30"/>
          <p:cNvSpPr txBox="1">
            <a:spLocks noGrp="1"/>
          </p:cNvSpPr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04" name="Google Shape;1004;p30"/>
          <p:cNvSpPr txBox="1">
            <a:spLocks noGrp="1"/>
          </p:cNvSpPr>
          <p:nvPr>
            <p:ph type="subTitle" idx="1"/>
          </p:nvPr>
        </p:nvSpPr>
        <p:spPr>
          <a:xfrm>
            <a:off x="208725" y="2464950"/>
            <a:ext cx="3238500" cy="9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5" name="Google Shape;1005;p3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USTOM_1_1_1_1_1_1_1_1_1_1_2_1_1_1_1_1_1"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7" name="Google Shape;1007;p3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08" name="Google Shape;1008;p31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09" name="Google Shape;1009;p31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0" name="Google Shape;1010;p31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1" name="Google Shape;1011;p31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2" name="Google Shape;1012;p31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3" name="Google Shape;1013;p31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4" name="Google Shape;1014;p31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5" name="Google Shape;1015;p31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6" name="Google Shape;1016;p31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7" name="Google Shape;1017;p31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8" name="Google Shape;1018;p31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9" name="Google Shape;1019;p31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20" name="Google Shape;1020;p31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21" name="Google Shape;1021;p31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22" name="Google Shape;1022;p31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23" name="Google Shape;1023;p31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24" name="Google Shape;1024;p31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25" name="Google Shape;1025;p31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26" name="Google Shape;1026;p31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27" name="Google Shape;1027;p31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28" name="Google Shape;1028;p31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29" name="Google Shape;1029;p31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30" name="Google Shape;1030;p31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31" name="Google Shape;1031;p31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32" name="Google Shape;1032;p31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33" name="Google Shape;1033;p31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34" name="Google Shape;1034;p31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35" name="Google Shape;1035;p31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36" name="Google Shape;1036;p31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37" name="Google Shape;1037;p31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38" name="Google Shape;1038;p31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39" name="Google Shape;1039;p31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40" name="Google Shape;1040;p31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41" name="Google Shape;1041;p31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42" name="Google Shape;1042;p31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43" name="Google Shape;1043;p31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44" name="Google Shape;1044;p31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45" name="Google Shape;1045;p31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46" name="Google Shape;1046;p31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47" name="Google Shape;1047;p31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48" name="Google Shape;1048;p31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49" name="Google Shape;1049;p31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50" name="Google Shape;1050;p31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51" name="Google Shape;1051;p31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52" name="Google Shape;1052;p31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53" name="Google Shape;1053;p31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54" name="Google Shape;1054;p31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55" name="Google Shape;1055;p31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56" name="Google Shape;1056;p31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57" name="Google Shape;1057;p31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58" name="Google Shape;1058;p31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59" name="Google Shape;1059;p31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60" name="Google Shape;1060;p31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61" name="Google Shape;1061;p31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62" name="Google Shape;1062;p31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63" name="Google Shape;1063;p31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64" name="Google Shape;1064;p31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65" name="Google Shape;1065;p31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66" name="Google Shape;1066;p31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067" name="Google Shape;1067;p3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1068" name="Google Shape;1068;p3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31"/>
          <p:cNvSpPr txBox="1">
            <a:spLocks noGrp="1"/>
          </p:cNvSpPr>
          <p:nvPr>
            <p:ph type="body" idx="1"/>
          </p:nvPr>
        </p:nvSpPr>
        <p:spPr>
          <a:xfrm>
            <a:off x="1578900" y="1135050"/>
            <a:ext cx="5986200" cy="28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070" name="Google Shape;1070;p3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CUSTOM_1_1_1_1_1_1_1_1_1_1_2_1_1_1_1_1_1_1"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2" name="Google Shape;1072;p3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73" name="Google Shape;1073;p32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74" name="Google Shape;1074;p32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75" name="Google Shape;1075;p32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76" name="Google Shape;1076;p32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77" name="Google Shape;1077;p32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78" name="Google Shape;1078;p32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79" name="Google Shape;1079;p32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0" name="Google Shape;1080;p32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1" name="Google Shape;1081;p32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2" name="Google Shape;1082;p32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3" name="Google Shape;1083;p32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4" name="Google Shape;1084;p32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5" name="Google Shape;1085;p32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6" name="Google Shape;1086;p32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7" name="Google Shape;1087;p32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8" name="Google Shape;1088;p32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9" name="Google Shape;1089;p32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0" name="Google Shape;1090;p32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1" name="Google Shape;1091;p32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2" name="Google Shape;1092;p32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3" name="Google Shape;1093;p32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4" name="Google Shape;1094;p32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5" name="Google Shape;1095;p32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6" name="Google Shape;1096;p32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7" name="Google Shape;1097;p32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8" name="Google Shape;1098;p32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9" name="Google Shape;1099;p32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0" name="Google Shape;1100;p32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1" name="Google Shape;1101;p32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2" name="Google Shape;1102;p32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3" name="Google Shape;1103;p32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4" name="Google Shape;1104;p32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5" name="Google Shape;1105;p32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6" name="Google Shape;1106;p32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7" name="Google Shape;1107;p32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8" name="Google Shape;1108;p32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9" name="Google Shape;1109;p32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0" name="Google Shape;1110;p32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1" name="Google Shape;1111;p32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2" name="Google Shape;1112;p32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3" name="Google Shape;1113;p32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4" name="Google Shape;1114;p32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5" name="Google Shape;1115;p32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6" name="Google Shape;1116;p32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7" name="Google Shape;1117;p32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8" name="Google Shape;1118;p32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9" name="Google Shape;1119;p32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0" name="Google Shape;1120;p32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1" name="Google Shape;1121;p32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2" name="Google Shape;1122;p32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3" name="Google Shape;1123;p32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4" name="Google Shape;1124;p32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5" name="Google Shape;1125;p32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6" name="Google Shape;1126;p32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7" name="Google Shape;1127;p32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8" name="Google Shape;1128;p32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9" name="Google Shape;1129;p32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30" name="Google Shape;1130;p32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31" name="Google Shape;1131;p32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132" name="Google Shape;1132;p3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1133" name="Google Shape;1133;p3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32"/>
          <p:cNvSpPr txBox="1">
            <a:spLocks noGrp="1"/>
          </p:cNvSpPr>
          <p:nvPr>
            <p:ph type="body" idx="1"/>
          </p:nvPr>
        </p:nvSpPr>
        <p:spPr>
          <a:xfrm>
            <a:off x="2919350" y="1423650"/>
            <a:ext cx="5986200" cy="28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135" name="Google Shape;1135;p32"/>
          <p:cNvSpPr txBox="1">
            <a:spLocks noGrp="1"/>
          </p:cNvSpPr>
          <p:nvPr>
            <p:ph type="title"/>
          </p:nvPr>
        </p:nvSpPr>
        <p:spPr>
          <a:xfrm>
            <a:off x="221150" y="1423650"/>
            <a:ext cx="2510100" cy="22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6" name="Google Shape;1136;p3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grid">
  <p:cSld name="CUSTOM_1_1_1_1_1_1_1_1_1_1_2_1_1_1_1_1_1_1_1"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8" name="Google Shape;1138;p3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139" name="Google Shape;1139;p33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42" name="Google Shape;1142;p33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46" name="Google Shape;1146;p33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47" name="Google Shape;1147;p33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48" name="Google Shape;1148;p33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49" name="Google Shape;1149;p33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50" name="Google Shape;1150;p33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51" name="Google Shape;1151;p33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52" name="Google Shape;1152;p33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53" name="Google Shape;1153;p33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54" name="Google Shape;1154;p33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55" name="Google Shape;1155;p33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56" name="Google Shape;1156;p33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57" name="Google Shape;1157;p33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58" name="Google Shape;1158;p33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59" name="Google Shape;1159;p33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60" name="Google Shape;1160;p33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61" name="Google Shape;1161;p33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62" name="Google Shape;1162;p33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63" name="Google Shape;1163;p33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64" name="Google Shape;1164;p33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65" name="Google Shape;1165;p33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66" name="Google Shape;1166;p33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67" name="Google Shape;1167;p33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68" name="Google Shape;1168;p33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69" name="Google Shape;1169;p33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70" name="Google Shape;1170;p33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71" name="Google Shape;1171;p33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72" name="Google Shape;1172;p33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73" name="Google Shape;1173;p33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74" name="Google Shape;1174;p33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75" name="Google Shape;1175;p33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76" name="Google Shape;1176;p33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77" name="Google Shape;1177;p33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78" name="Google Shape;1178;p33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79" name="Google Shape;1179;p33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80" name="Google Shape;1180;p33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81" name="Google Shape;1181;p33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82" name="Google Shape;1182;p33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83" name="Google Shape;1183;p33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84" name="Google Shape;1184;p33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85" name="Google Shape;1185;p33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86" name="Google Shape;1186;p33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87" name="Google Shape;1187;p33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88" name="Google Shape;1188;p33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89" name="Google Shape;1189;p33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90" name="Google Shape;1190;p33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91" name="Google Shape;1191;p33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92" name="Google Shape;1192;p33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93" name="Google Shape;1193;p33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94" name="Google Shape;1194;p33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95" name="Google Shape;1195;p33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96" name="Google Shape;1196;p33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97" name="Google Shape;1197;p33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198" name="Google Shape;1198;p3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1199" name="Google Shape;1199;p3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3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_1_1_1_1_1_1_1_1_1_1_2_1_1_1_1_1_1_1_1_1"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3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1203" name="Google Shape;1203;p3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4" name="Google Shape;1204;p3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1_1_1_1_1_1_1_1_1_1_2_1_1_1_1_1_1_1_1_1_1"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3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grpSp>
        <p:nvGrpSpPr>
          <p:cNvPr id="1207" name="Google Shape;1207;p3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208" name="Google Shape;1208;p35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09" name="Google Shape;1209;p35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10" name="Google Shape;1210;p35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11" name="Google Shape;1211;p35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12" name="Google Shape;1212;p35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13" name="Google Shape;1213;p35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14" name="Google Shape;1214;p35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15" name="Google Shape;1215;p35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16" name="Google Shape;1216;p35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17" name="Google Shape;1217;p35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18" name="Google Shape;1218;p35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19" name="Google Shape;1219;p35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20" name="Google Shape;1220;p35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21" name="Google Shape;1221;p35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22" name="Google Shape;1222;p35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23" name="Google Shape;1223;p35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24" name="Google Shape;1224;p35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25" name="Google Shape;1225;p35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26" name="Google Shape;1226;p35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27" name="Google Shape;1227;p35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28" name="Google Shape;1228;p35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29" name="Google Shape;1229;p35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30" name="Google Shape;1230;p35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31" name="Google Shape;1231;p35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32" name="Google Shape;1232;p35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33" name="Google Shape;1233;p35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34" name="Google Shape;1234;p35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35" name="Google Shape;1235;p35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36" name="Google Shape;1236;p35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37" name="Google Shape;1237;p35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38" name="Google Shape;1238;p35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39" name="Google Shape;1239;p35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40" name="Google Shape;1240;p35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41" name="Google Shape;1241;p35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42" name="Google Shape;1242;p35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44" name="Google Shape;1244;p35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45" name="Google Shape;1245;p35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47" name="Google Shape;1247;p35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48" name="Google Shape;1248;p35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49" name="Google Shape;1249;p35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50" name="Google Shape;1250;p35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51" name="Google Shape;1251;p35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52" name="Google Shape;1252;p35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53" name="Google Shape;1253;p35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54" name="Google Shape;1254;p35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55" name="Google Shape;1255;p35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56" name="Google Shape;1256;p35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57" name="Google Shape;1257;p35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58" name="Google Shape;1258;p35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59" name="Google Shape;1259;p35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60" name="Google Shape;1260;p35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61" name="Google Shape;1261;p35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62" name="Google Shape;1262;p35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63" name="Google Shape;1263;p35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64" name="Google Shape;1264;p35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65" name="Google Shape;1265;p35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66" name="Google Shape;1266;p35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267" name="Google Shape;1267;p3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8" name="Google Shape;1268;p35"/>
          <p:cNvSpPr txBox="1">
            <a:spLocks noGrp="1"/>
          </p:cNvSpPr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69" name="Google Shape;1269;p35"/>
          <p:cNvSpPr txBox="1">
            <a:spLocks noGrp="1"/>
          </p:cNvSpPr>
          <p:nvPr>
            <p:ph type="subTitle" idx="1"/>
          </p:nvPr>
        </p:nvSpPr>
        <p:spPr>
          <a:xfrm>
            <a:off x="208725" y="2464950"/>
            <a:ext cx="2580900" cy="7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0" name="Google Shape;1270;p35"/>
          <p:cNvSpPr txBox="1">
            <a:spLocks noGrp="1"/>
          </p:cNvSpPr>
          <p:nvPr>
            <p:ph type="subTitle" idx="2"/>
          </p:nvPr>
        </p:nvSpPr>
        <p:spPr>
          <a:xfrm>
            <a:off x="3281550" y="2464950"/>
            <a:ext cx="2580900" cy="7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1" name="Google Shape;1271;p35"/>
          <p:cNvSpPr txBox="1">
            <a:spLocks noGrp="1"/>
          </p:cNvSpPr>
          <p:nvPr>
            <p:ph type="subTitle" idx="3"/>
          </p:nvPr>
        </p:nvSpPr>
        <p:spPr>
          <a:xfrm>
            <a:off x="6354375" y="2464950"/>
            <a:ext cx="2580900" cy="7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2" name="Google Shape;1272;p35"/>
          <p:cNvSpPr txBox="1">
            <a:spLocks noGrp="1"/>
          </p:cNvSpPr>
          <p:nvPr>
            <p:ph type="subTitle" idx="4"/>
          </p:nvPr>
        </p:nvSpPr>
        <p:spPr>
          <a:xfrm>
            <a:off x="208725" y="3659899"/>
            <a:ext cx="2580900" cy="7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3" name="Google Shape;1273;p35"/>
          <p:cNvSpPr txBox="1">
            <a:spLocks noGrp="1"/>
          </p:cNvSpPr>
          <p:nvPr>
            <p:ph type="subTitle" idx="5"/>
          </p:nvPr>
        </p:nvSpPr>
        <p:spPr>
          <a:xfrm>
            <a:off x="3281550" y="3659899"/>
            <a:ext cx="2580900" cy="7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4" name="Google Shape;1274;p35"/>
          <p:cNvSpPr txBox="1">
            <a:spLocks noGrp="1"/>
          </p:cNvSpPr>
          <p:nvPr>
            <p:ph type="subTitle" idx="6"/>
          </p:nvPr>
        </p:nvSpPr>
        <p:spPr>
          <a:xfrm>
            <a:off x="6354375" y="3659899"/>
            <a:ext cx="2580900" cy="7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5" name="Google Shape;1275;p3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1_1_1_1_1_1_1_1_1_1_2_1_1_1_1_1_1_1_1_1_1_1"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3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grpSp>
        <p:nvGrpSpPr>
          <p:cNvPr id="1278" name="Google Shape;1278;p3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279" name="Google Shape;1279;p36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80" name="Google Shape;1280;p36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81" name="Google Shape;1281;p36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82" name="Google Shape;1282;p36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83" name="Google Shape;1283;p36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84" name="Google Shape;1284;p36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85" name="Google Shape;1285;p36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86" name="Google Shape;1286;p36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87" name="Google Shape;1287;p36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88" name="Google Shape;1288;p36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89" name="Google Shape;1289;p36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90" name="Google Shape;1290;p36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91" name="Google Shape;1291;p36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92" name="Google Shape;1292;p36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93" name="Google Shape;1293;p36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94" name="Google Shape;1294;p36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95" name="Google Shape;1295;p36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96" name="Google Shape;1296;p36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97" name="Google Shape;1297;p36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98" name="Google Shape;1298;p36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99" name="Google Shape;1299;p36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0" name="Google Shape;1300;p36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1" name="Google Shape;1301;p36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2" name="Google Shape;1302;p36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3" name="Google Shape;1303;p36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4" name="Google Shape;1304;p36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5" name="Google Shape;1305;p36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6" name="Google Shape;1306;p36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7" name="Google Shape;1307;p36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8" name="Google Shape;1308;p36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9" name="Google Shape;1309;p36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10" name="Google Shape;1310;p36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11" name="Google Shape;1311;p36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12" name="Google Shape;1312;p36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13" name="Google Shape;1313;p36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14" name="Google Shape;1314;p36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15" name="Google Shape;1315;p36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16" name="Google Shape;1316;p36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17" name="Google Shape;1317;p36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18" name="Google Shape;1318;p36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19" name="Google Shape;1319;p36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20" name="Google Shape;1320;p36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21" name="Google Shape;1321;p36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22" name="Google Shape;1322;p36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23" name="Google Shape;1323;p36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24" name="Google Shape;1324;p36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25" name="Google Shape;1325;p36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26" name="Google Shape;1326;p36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27" name="Google Shape;1327;p36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28" name="Google Shape;1328;p36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29" name="Google Shape;1329;p36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30" name="Google Shape;1330;p36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31" name="Google Shape;1331;p36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32" name="Google Shape;1332;p36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33" name="Google Shape;1333;p36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34" name="Google Shape;1334;p36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35" name="Google Shape;1335;p36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36" name="Google Shape;1336;p36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37" name="Google Shape;1337;p36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338" name="Google Shape;1338;p3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36"/>
          <p:cNvSpPr txBox="1">
            <a:spLocks noGrp="1"/>
          </p:cNvSpPr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40" name="Google Shape;1340;p36"/>
          <p:cNvSpPr txBox="1">
            <a:spLocks noGrp="1"/>
          </p:cNvSpPr>
          <p:nvPr>
            <p:ph type="body" idx="1"/>
          </p:nvPr>
        </p:nvSpPr>
        <p:spPr>
          <a:xfrm>
            <a:off x="208725" y="2304400"/>
            <a:ext cx="3352800" cy="19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341" name="Google Shape;1341;p36"/>
          <p:cNvSpPr>
            <a:spLocks noGrp="1"/>
          </p:cNvSpPr>
          <p:nvPr>
            <p:ph type="pic" idx="2"/>
          </p:nvPr>
        </p:nvSpPr>
        <p:spPr>
          <a:xfrm>
            <a:off x="3769050" y="2304400"/>
            <a:ext cx="5156700" cy="2568600"/>
          </a:xfrm>
          <a:prstGeom prst="roundRect">
            <a:avLst>
              <a:gd name="adj" fmla="val 4123"/>
            </a:avLst>
          </a:prstGeom>
          <a:noFill/>
          <a:ln>
            <a:noFill/>
          </a:ln>
        </p:spPr>
      </p:sp>
      <p:sp>
        <p:nvSpPr>
          <p:cNvPr id="1342" name="Google Shape;1342;p3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1_1_1_1_1_1_1_1_1_2_1_1_1_1_1_1_1_1_1_1_1_1"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3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grpSp>
        <p:nvGrpSpPr>
          <p:cNvPr id="1345" name="Google Shape;1345;p3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46" name="Google Shape;1346;p37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47" name="Google Shape;1347;p37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48" name="Google Shape;1348;p37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49" name="Google Shape;1349;p37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50" name="Google Shape;1350;p37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51" name="Google Shape;1351;p37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52" name="Google Shape;1352;p37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53" name="Google Shape;1353;p37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54" name="Google Shape;1354;p37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55" name="Google Shape;1355;p37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56" name="Google Shape;1356;p37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57" name="Google Shape;1357;p37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58" name="Google Shape;1358;p37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59" name="Google Shape;1359;p37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60" name="Google Shape;1360;p37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61" name="Google Shape;1361;p37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62" name="Google Shape;1362;p37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63" name="Google Shape;1363;p37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64" name="Google Shape;1364;p37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65" name="Google Shape;1365;p37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66" name="Google Shape;1366;p37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67" name="Google Shape;1367;p37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68" name="Google Shape;1368;p37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69" name="Google Shape;1369;p37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70" name="Google Shape;1370;p37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71" name="Google Shape;1371;p37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72" name="Google Shape;1372;p37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73" name="Google Shape;1373;p37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74" name="Google Shape;1374;p37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75" name="Google Shape;1375;p37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76" name="Google Shape;1376;p37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77" name="Google Shape;1377;p37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78" name="Google Shape;1378;p37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79" name="Google Shape;1379;p37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80" name="Google Shape;1380;p37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81" name="Google Shape;1381;p37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82" name="Google Shape;1382;p37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83" name="Google Shape;1383;p37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84" name="Google Shape;1384;p37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85" name="Google Shape;1385;p37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86" name="Google Shape;1386;p37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87" name="Google Shape;1387;p37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88" name="Google Shape;1388;p37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89" name="Google Shape;1389;p37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90" name="Google Shape;1390;p37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91" name="Google Shape;1391;p37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92" name="Google Shape;1392;p37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93" name="Google Shape;1393;p37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94" name="Google Shape;1394;p37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95" name="Google Shape;1395;p37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96" name="Google Shape;1396;p37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97" name="Google Shape;1397;p37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98" name="Google Shape;1398;p37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99" name="Google Shape;1399;p37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00" name="Google Shape;1400;p37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01" name="Google Shape;1401;p37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02" name="Google Shape;1402;p37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03" name="Google Shape;1403;p37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04" name="Google Shape;1404;p37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405" name="Google Shape;1405;p3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6" name="Google Shape;1406;p37"/>
          <p:cNvSpPr txBox="1">
            <a:spLocks noGrp="1"/>
          </p:cNvSpPr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7" name="Google Shape;1407;p37"/>
          <p:cNvSpPr txBox="1">
            <a:spLocks noGrp="1"/>
          </p:cNvSpPr>
          <p:nvPr>
            <p:ph type="body" idx="1"/>
          </p:nvPr>
        </p:nvSpPr>
        <p:spPr>
          <a:xfrm>
            <a:off x="1173600" y="2751950"/>
            <a:ext cx="3054300" cy="19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408" name="Google Shape;1408;p37"/>
          <p:cNvSpPr txBox="1">
            <a:spLocks noGrp="1"/>
          </p:cNvSpPr>
          <p:nvPr>
            <p:ph type="subTitle" idx="2"/>
          </p:nvPr>
        </p:nvSpPr>
        <p:spPr>
          <a:xfrm>
            <a:off x="1173600" y="2160100"/>
            <a:ext cx="30543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9" name="Google Shape;1409;p37"/>
          <p:cNvSpPr txBox="1">
            <a:spLocks noGrp="1"/>
          </p:cNvSpPr>
          <p:nvPr>
            <p:ph type="body" idx="3"/>
          </p:nvPr>
        </p:nvSpPr>
        <p:spPr>
          <a:xfrm>
            <a:off x="4916100" y="2751950"/>
            <a:ext cx="3054300" cy="19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410" name="Google Shape;1410;p37"/>
          <p:cNvSpPr txBox="1">
            <a:spLocks noGrp="1"/>
          </p:cNvSpPr>
          <p:nvPr>
            <p:ph type="subTitle" idx="4"/>
          </p:nvPr>
        </p:nvSpPr>
        <p:spPr>
          <a:xfrm>
            <a:off x="4916100" y="2160100"/>
            <a:ext cx="30543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1" name="Google Shape;1411;p3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1_1_1_1_1_1_1_1_1_1_2_1_1_1_1_1_1_1_1_1_1_1_1_1"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3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grpSp>
        <p:nvGrpSpPr>
          <p:cNvPr id="1414" name="Google Shape;1414;p3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415" name="Google Shape;1415;p38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16" name="Google Shape;1416;p38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17" name="Google Shape;1417;p38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18" name="Google Shape;1418;p38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19" name="Google Shape;1419;p38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20" name="Google Shape;1420;p38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21" name="Google Shape;1421;p38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22" name="Google Shape;1422;p38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23" name="Google Shape;1423;p38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24" name="Google Shape;1424;p38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25" name="Google Shape;1425;p38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26" name="Google Shape;1426;p38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27" name="Google Shape;1427;p38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28" name="Google Shape;1428;p38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29" name="Google Shape;1429;p38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30" name="Google Shape;1430;p38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31" name="Google Shape;1431;p38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32" name="Google Shape;1432;p38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33" name="Google Shape;1433;p38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34" name="Google Shape;1434;p38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35" name="Google Shape;1435;p38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36" name="Google Shape;1436;p38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37" name="Google Shape;1437;p38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38" name="Google Shape;1438;p38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39" name="Google Shape;1439;p38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40" name="Google Shape;1440;p38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41" name="Google Shape;1441;p38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42" name="Google Shape;1442;p38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43" name="Google Shape;1443;p38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44" name="Google Shape;1444;p38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45" name="Google Shape;1445;p38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46" name="Google Shape;1446;p38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47" name="Google Shape;1447;p38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48" name="Google Shape;1448;p38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49" name="Google Shape;1449;p38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50" name="Google Shape;1450;p38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51" name="Google Shape;1451;p38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52" name="Google Shape;1452;p38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53" name="Google Shape;1453;p38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54" name="Google Shape;1454;p38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55" name="Google Shape;1455;p38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56" name="Google Shape;1456;p38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57" name="Google Shape;1457;p38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58" name="Google Shape;1458;p38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59" name="Google Shape;1459;p38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60" name="Google Shape;1460;p38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61" name="Google Shape;1461;p38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62" name="Google Shape;1462;p38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63" name="Google Shape;1463;p38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64" name="Google Shape;1464;p38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65" name="Google Shape;1465;p38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66" name="Google Shape;1466;p38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67" name="Google Shape;1467;p38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68" name="Google Shape;1468;p38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69" name="Google Shape;1469;p38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70" name="Google Shape;1470;p38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71" name="Google Shape;1471;p38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72" name="Google Shape;1472;p38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73" name="Google Shape;1473;p38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474" name="Google Shape;1474;p3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5" name="Google Shape;1475;p38"/>
          <p:cNvSpPr txBox="1">
            <a:spLocks noGrp="1"/>
          </p:cNvSpPr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6" name="Google Shape;1476;p38"/>
          <p:cNvSpPr txBox="1">
            <a:spLocks noGrp="1"/>
          </p:cNvSpPr>
          <p:nvPr>
            <p:ph type="body" idx="1"/>
          </p:nvPr>
        </p:nvSpPr>
        <p:spPr>
          <a:xfrm>
            <a:off x="208725" y="2751950"/>
            <a:ext cx="2531100" cy="19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477" name="Google Shape;1477;p38"/>
          <p:cNvSpPr txBox="1">
            <a:spLocks noGrp="1"/>
          </p:cNvSpPr>
          <p:nvPr>
            <p:ph type="subTitle" idx="2"/>
          </p:nvPr>
        </p:nvSpPr>
        <p:spPr>
          <a:xfrm>
            <a:off x="208725" y="2160100"/>
            <a:ext cx="25311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8" name="Google Shape;1478;p38"/>
          <p:cNvSpPr txBox="1">
            <a:spLocks noGrp="1"/>
          </p:cNvSpPr>
          <p:nvPr>
            <p:ph type="body" idx="3"/>
          </p:nvPr>
        </p:nvSpPr>
        <p:spPr>
          <a:xfrm>
            <a:off x="3310098" y="2751950"/>
            <a:ext cx="2531100" cy="19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479" name="Google Shape;1479;p38"/>
          <p:cNvSpPr txBox="1">
            <a:spLocks noGrp="1"/>
          </p:cNvSpPr>
          <p:nvPr>
            <p:ph type="subTitle" idx="4"/>
          </p:nvPr>
        </p:nvSpPr>
        <p:spPr>
          <a:xfrm>
            <a:off x="3310098" y="2160100"/>
            <a:ext cx="25311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0" name="Google Shape;1480;p38"/>
          <p:cNvSpPr txBox="1">
            <a:spLocks noGrp="1"/>
          </p:cNvSpPr>
          <p:nvPr>
            <p:ph type="body" idx="5"/>
          </p:nvPr>
        </p:nvSpPr>
        <p:spPr>
          <a:xfrm>
            <a:off x="6411471" y="2751950"/>
            <a:ext cx="2531100" cy="19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481" name="Google Shape;1481;p38"/>
          <p:cNvSpPr txBox="1">
            <a:spLocks noGrp="1"/>
          </p:cNvSpPr>
          <p:nvPr>
            <p:ph type="subTitle" idx="6"/>
          </p:nvPr>
        </p:nvSpPr>
        <p:spPr>
          <a:xfrm>
            <a:off x="6411471" y="2160100"/>
            <a:ext cx="25311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2" name="Google Shape;1482;p3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">
  <p:cSld name="CUSTOM_1_1_1_1_1_1_1_1_1_1_2_1_1_1_1_1_1_1_1_1_1_1_1_1_1"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grpSp>
        <p:nvGrpSpPr>
          <p:cNvPr id="1485" name="Google Shape;1485;p3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486" name="Google Shape;1486;p39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87" name="Google Shape;1487;p39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88" name="Google Shape;1488;p39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89" name="Google Shape;1489;p39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90" name="Google Shape;1490;p39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91" name="Google Shape;1491;p39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92" name="Google Shape;1492;p39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93" name="Google Shape;1493;p39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94" name="Google Shape;1494;p39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95" name="Google Shape;1495;p39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96" name="Google Shape;1496;p39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97" name="Google Shape;1497;p39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98" name="Google Shape;1498;p39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99" name="Google Shape;1499;p39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00" name="Google Shape;1500;p39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01" name="Google Shape;1501;p39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02" name="Google Shape;1502;p39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03" name="Google Shape;1503;p39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04" name="Google Shape;1504;p39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05" name="Google Shape;1505;p39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06" name="Google Shape;1506;p39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07" name="Google Shape;1507;p39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08" name="Google Shape;1508;p39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09" name="Google Shape;1509;p39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10" name="Google Shape;1510;p39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11" name="Google Shape;1511;p39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12" name="Google Shape;1512;p39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13" name="Google Shape;1513;p39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14" name="Google Shape;1514;p39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15" name="Google Shape;1515;p39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16" name="Google Shape;1516;p39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17" name="Google Shape;1517;p39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18" name="Google Shape;1518;p39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19" name="Google Shape;1519;p39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20" name="Google Shape;1520;p39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21" name="Google Shape;1521;p39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22" name="Google Shape;1522;p39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23" name="Google Shape;1523;p39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24" name="Google Shape;1524;p39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25" name="Google Shape;1525;p39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26" name="Google Shape;1526;p39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27" name="Google Shape;1527;p39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28" name="Google Shape;1528;p39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29" name="Google Shape;1529;p39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30" name="Google Shape;1530;p39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31" name="Google Shape;1531;p39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32" name="Google Shape;1532;p39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33" name="Google Shape;1533;p39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34" name="Google Shape;1534;p39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35" name="Google Shape;1535;p39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36" name="Google Shape;1536;p39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37" name="Google Shape;1537;p39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38" name="Google Shape;1538;p39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39" name="Google Shape;1539;p39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40" name="Google Shape;1540;p39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41" name="Google Shape;1541;p39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42" name="Google Shape;1542;p39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43" name="Google Shape;1543;p39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44" name="Google Shape;1544;p39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545" name="Google Shape;1545;p3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39"/>
          <p:cNvSpPr txBox="1">
            <a:spLocks noGrp="1"/>
          </p:cNvSpPr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47" name="Google Shape;1547;p39"/>
          <p:cNvSpPr txBox="1">
            <a:spLocks noGrp="1"/>
          </p:cNvSpPr>
          <p:nvPr>
            <p:ph type="body" idx="1"/>
          </p:nvPr>
        </p:nvSpPr>
        <p:spPr>
          <a:xfrm>
            <a:off x="208725" y="2751950"/>
            <a:ext cx="1870500" cy="19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548" name="Google Shape;1548;p39"/>
          <p:cNvSpPr txBox="1">
            <a:spLocks noGrp="1"/>
          </p:cNvSpPr>
          <p:nvPr>
            <p:ph type="subTitle" idx="2"/>
          </p:nvPr>
        </p:nvSpPr>
        <p:spPr>
          <a:xfrm>
            <a:off x="208725" y="2160100"/>
            <a:ext cx="18705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9" name="Google Shape;1549;p39"/>
          <p:cNvSpPr txBox="1">
            <a:spLocks noGrp="1"/>
          </p:cNvSpPr>
          <p:nvPr>
            <p:ph type="body" idx="3"/>
          </p:nvPr>
        </p:nvSpPr>
        <p:spPr>
          <a:xfrm>
            <a:off x="2500573" y="2751950"/>
            <a:ext cx="1870500" cy="19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550" name="Google Shape;1550;p39"/>
          <p:cNvSpPr txBox="1">
            <a:spLocks noGrp="1"/>
          </p:cNvSpPr>
          <p:nvPr>
            <p:ph type="subTitle" idx="4"/>
          </p:nvPr>
        </p:nvSpPr>
        <p:spPr>
          <a:xfrm>
            <a:off x="2500573" y="2160100"/>
            <a:ext cx="18705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1" name="Google Shape;1551;p39"/>
          <p:cNvSpPr txBox="1">
            <a:spLocks noGrp="1"/>
          </p:cNvSpPr>
          <p:nvPr>
            <p:ph type="body" idx="5"/>
          </p:nvPr>
        </p:nvSpPr>
        <p:spPr>
          <a:xfrm>
            <a:off x="4792421" y="2751950"/>
            <a:ext cx="1870500" cy="19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552" name="Google Shape;1552;p39"/>
          <p:cNvSpPr txBox="1">
            <a:spLocks noGrp="1"/>
          </p:cNvSpPr>
          <p:nvPr>
            <p:ph type="subTitle" idx="6"/>
          </p:nvPr>
        </p:nvSpPr>
        <p:spPr>
          <a:xfrm>
            <a:off x="4792421" y="2160100"/>
            <a:ext cx="18705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3" name="Google Shape;1553;p39"/>
          <p:cNvSpPr txBox="1">
            <a:spLocks noGrp="1"/>
          </p:cNvSpPr>
          <p:nvPr>
            <p:ph type="body" idx="7"/>
          </p:nvPr>
        </p:nvSpPr>
        <p:spPr>
          <a:xfrm>
            <a:off x="7084271" y="2751950"/>
            <a:ext cx="1870500" cy="19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554" name="Google Shape;1554;p39"/>
          <p:cNvSpPr txBox="1">
            <a:spLocks noGrp="1"/>
          </p:cNvSpPr>
          <p:nvPr>
            <p:ph type="subTitle" idx="8"/>
          </p:nvPr>
        </p:nvSpPr>
        <p:spPr>
          <a:xfrm>
            <a:off x="7084271" y="2160100"/>
            <a:ext cx="18705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5" name="Google Shape;1555;p3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CUSTOM_1_1_1_1_1_1_1_1_1_1_2_1_1_1_1_1_1_1_1_1_1_1_1_1_1_1"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4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grpSp>
        <p:nvGrpSpPr>
          <p:cNvPr id="1558" name="Google Shape;1558;p4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59" name="Google Shape;1559;p40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60" name="Google Shape;1560;p40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61" name="Google Shape;1561;p40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62" name="Google Shape;1562;p40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63" name="Google Shape;1563;p40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64" name="Google Shape;1564;p40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65" name="Google Shape;1565;p40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66" name="Google Shape;1566;p40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67" name="Google Shape;1567;p40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68" name="Google Shape;1568;p40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69" name="Google Shape;1569;p40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0" name="Google Shape;1570;p40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1" name="Google Shape;1571;p40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2" name="Google Shape;1572;p40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3" name="Google Shape;1573;p40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4" name="Google Shape;1574;p40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5" name="Google Shape;1575;p40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6" name="Google Shape;1576;p40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7" name="Google Shape;1577;p40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8" name="Google Shape;1578;p40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9" name="Google Shape;1579;p40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0" name="Google Shape;1580;p40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1" name="Google Shape;1581;p40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2" name="Google Shape;1582;p40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3" name="Google Shape;1583;p40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4" name="Google Shape;1584;p40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5" name="Google Shape;1585;p40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6" name="Google Shape;1586;p40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7" name="Google Shape;1587;p40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8" name="Google Shape;1588;p40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9" name="Google Shape;1589;p40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0" name="Google Shape;1590;p40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1" name="Google Shape;1591;p40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2" name="Google Shape;1592;p40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3" name="Google Shape;1593;p40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4" name="Google Shape;1594;p40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5" name="Google Shape;1595;p40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6" name="Google Shape;1596;p40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7" name="Google Shape;1597;p40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8" name="Google Shape;1598;p40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9" name="Google Shape;1599;p40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0" name="Google Shape;1600;p40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1" name="Google Shape;1601;p40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2" name="Google Shape;1602;p40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3" name="Google Shape;1603;p40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4" name="Google Shape;1604;p40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5" name="Google Shape;1605;p40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6" name="Google Shape;1606;p40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7" name="Google Shape;1607;p40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8" name="Google Shape;1608;p40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9" name="Google Shape;1609;p40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0" name="Google Shape;1610;p40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1" name="Google Shape;1611;p40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2" name="Google Shape;1612;p40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3" name="Google Shape;1613;p40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4" name="Google Shape;1614;p40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5" name="Google Shape;1615;p40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6" name="Google Shape;1616;p40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7" name="Google Shape;1617;p40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618" name="Google Shape;1618;p4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9" name="Google Shape;1619;p40"/>
          <p:cNvSpPr txBox="1">
            <a:spLocks noGrp="1"/>
          </p:cNvSpPr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20" name="Google Shape;1620;p40"/>
          <p:cNvSpPr>
            <a:spLocks noGrp="1"/>
          </p:cNvSpPr>
          <p:nvPr>
            <p:ph type="pic" idx="2"/>
          </p:nvPr>
        </p:nvSpPr>
        <p:spPr>
          <a:xfrm>
            <a:off x="213450" y="2022825"/>
            <a:ext cx="8717100" cy="2837700"/>
          </a:xfrm>
          <a:prstGeom prst="roundRect">
            <a:avLst>
              <a:gd name="adj" fmla="val 4123"/>
            </a:avLst>
          </a:prstGeom>
          <a:noFill/>
          <a:ln>
            <a:noFill/>
          </a:ln>
        </p:spPr>
      </p:sp>
      <p:sp>
        <p:nvSpPr>
          <p:cNvPr id="1621" name="Google Shape;1621;p4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1_1_1_1_1_1_1_1_1_1_2_1_1_1_1_1_1_1_1_1_1_1_1_1_1_1_1">
    <p:spTree>
      <p:nvGrpSpPr>
        <p:cNvPr id="1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4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grpSp>
        <p:nvGrpSpPr>
          <p:cNvPr id="1624" name="Google Shape;1624;p4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625" name="Google Shape;1625;p41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26" name="Google Shape;1626;p41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27" name="Google Shape;1627;p41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28" name="Google Shape;1628;p41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29" name="Google Shape;1629;p41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0" name="Google Shape;1630;p41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1" name="Google Shape;1631;p41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2" name="Google Shape;1632;p41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3" name="Google Shape;1633;p41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4" name="Google Shape;1634;p41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5" name="Google Shape;1635;p41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6" name="Google Shape;1636;p41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7" name="Google Shape;1637;p41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8" name="Google Shape;1638;p41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9" name="Google Shape;1639;p41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0" name="Google Shape;1640;p41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1" name="Google Shape;1641;p41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2" name="Google Shape;1642;p41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3" name="Google Shape;1643;p41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4" name="Google Shape;1644;p41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5" name="Google Shape;1645;p41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6" name="Google Shape;1646;p41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7" name="Google Shape;1647;p41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8" name="Google Shape;1648;p41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9" name="Google Shape;1649;p41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0" name="Google Shape;1650;p41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1" name="Google Shape;1651;p41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2" name="Google Shape;1652;p41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3" name="Google Shape;1653;p41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4" name="Google Shape;1654;p41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5" name="Google Shape;1655;p41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6" name="Google Shape;1656;p41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7" name="Google Shape;1657;p41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8" name="Google Shape;1658;p41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9" name="Google Shape;1659;p41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0" name="Google Shape;1660;p41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1" name="Google Shape;1661;p41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2" name="Google Shape;1662;p41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3" name="Google Shape;1663;p41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4" name="Google Shape;1664;p41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5" name="Google Shape;1665;p41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6" name="Google Shape;1666;p41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7" name="Google Shape;1667;p41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8" name="Google Shape;1668;p41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9" name="Google Shape;1669;p41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0" name="Google Shape;1670;p41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1" name="Google Shape;1671;p41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2" name="Google Shape;1672;p41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3" name="Google Shape;1673;p41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4" name="Google Shape;1674;p41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5" name="Google Shape;1675;p41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6" name="Google Shape;1676;p41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7" name="Google Shape;1677;p41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8" name="Google Shape;1678;p41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9" name="Google Shape;1679;p41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80" name="Google Shape;1680;p41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81" name="Google Shape;1681;p41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82" name="Google Shape;1682;p41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83" name="Google Shape;1683;p41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684" name="Google Shape;1684;p4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5" name="Google Shape;1685;p41"/>
          <p:cNvSpPr txBox="1">
            <a:spLocks noGrp="1"/>
          </p:cNvSpPr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86" name="Google Shape;1686;p41"/>
          <p:cNvSpPr txBox="1">
            <a:spLocks noGrp="1"/>
          </p:cNvSpPr>
          <p:nvPr>
            <p:ph type="body" idx="1"/>
          </p:nvPr>
        </p:nvSpPr>
        <p:spPr>
          <a:xfrm>
            <a:off x="1173600" y="2391699"/>
            <a:ext cx="3054300" cy="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687" name="Google Shape;1687;p41"/>
          <p:cNvSpPr txBox="1">
            <a:spLocks noGrp="1"/>
          </p:cNvSpPr>
          <p:nvPr>
            <p:ph type="subTitle" idx="2"/>
          </p:nvPr>
        </p:nvSpPr>
        <p:spPr>
          <a:xfrm>
            <a:off x="1173600" y="2160100"/>
            <a:ext cx="3054300" cy="2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8" name="Google Shape;1688;p41"/>
          <p:cNvSpPr txBox="1">
            <a:spLocks noGrp="1"/>
          </p:cNvSpPr>
          <p:nvPr>
            <p:ph type="body" idx="3"/>
          </p:nvPr>
        </p:nvSpPr>
        <p:spPr>
          <a:xfrm>
            <a:off x="4916100" y="2391699"/>
            <a:ext cx="3054300" cy="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689" name="Google Shape;1689;p41"/>
          <p:cNvSpPr txBox="1">
            <a:spLocks noGrp="1"/>
          </p:cNvSpPr>
          <p:nvPr>
            <p:ph type="subTitle" idx="4"/>
          </p:nvPr>
        </p:nvSpPr>
        <p:spPr>
          <a:xfrm>
            <a:off x="4916100" y="2160100"/>
            <a:ext cx="3054300" cy="2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0" name="Google Shape;1690;p41"/>
          <p:cNvSpPr>
            <a:spLocks noGrp="1"/>
          </p:cNvSpPr>
          <p:nvPr>
            <p:ph type="pic" idx="5"/>
          </p:nvPr>
        </p:nvSpPr>
        <p:spPr>
          <a:xfrm>
            <a:off x="1173600" y="3022475"/>
            <a:ext cx="3054300" cy="1864500"/>
          </a:xfrm>
          <a:prstGeom prst="roundRect">
            <a:avLst>
              <a:gd name="adj" fmla="val 3854"/>
            </a:avLst>
          </a:prstGeom>
          <a:noFill/>
          <a:ln>
            <a:noFill/>
          </a:ln>
        </p:spPr>
      </p:sp>
      <p:sp>
        <p:nvSpPr>
          <p:cNvPr id="1691" name="Google Shape;1691;p41"/>
          <p:cNvSpPr>
            <a:spLocks noGrp="1"/>
          </p:cNvSpPr>
          <p:nvPr>
            <p:ph type="pic" idx="6"/>
          </p:nvPr>
        </p:nvSpPr>
        <p:spPr>
          <a:xfrm>
            <a:off x="4916100" y="3022475"/>
            <a:ext cx="3054300" cy="1864500"/>
          </a:xfrm>
          <a:prstGeom prst="roundRect">
            <a:avLst>
              <a:gd name="adj" fmla="val 3854"/>
            </a:avLst>
          </a:prstGeom>
          <a:noFill/>
          <a:ln>
            <a:noFill/>
          </a:ln>
        </p:spPr>
      </p:sp>
      <p:sp>
        <p:nvSpPr>
          <p:cNvPr id="1692" name="Google Shape;1692;p4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1_1_1_1_1_1_1_1_1_1_2_1_1_1_1_1_1_1_1_1_1_1_1_1_1_1_1_1">
    <p:spTree>
      <p:nvGrpSpPr>
        <p:cNvPr id="1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4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grpSp>
        <p:nvGrpSpPr>
          <p:cNvPr id="1695" name="Google Shape;1695;p4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696" name="Google Shape;1696;p42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97" name="Google Shape;1697;p42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98" name="Google Shape;1698;p42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99" name="Google Shape;1699;p42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0" name="Google Shape;1700;p42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1" name="Google Shape;1701;p42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2" name="Google Shape;1702;p42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3" name="Google Shape;1703;p42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4" name="Google Shape;1704;p42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5" name="Google Shape;1705;p42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6" name="Google Shape;1706;p42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7" name="Google Shape;1707;p42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8" name="Google Shape;1708;p42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9" name="Google Shape;1709;p42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0" name="Google Shape;1710;p42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1" name="Google Shape;1711;p42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2" name="Google Shape;1712;p42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3" name="Google Shape;1713;p42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4" name="Google Shape;1714;p42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5" name="Google Shape;1715;p42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6" name="Google Shape;1716;p42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7" name="Google Shape;1717;p42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8" name="Google Shape;1718;p42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9" name="Google Shape;1719;p42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0" name="Google Shape;1720;p42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1" name="Google Shape;1721;p42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2" name="Google Shape;1722;p42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3" name="Google Shape;1723;p42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4" name="Google Shape;1724;p42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5" name="Google Shape;1725;p42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6" name="Google Shape;1726;p42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7" name="Google Shape;1727;p42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8" name="Google Shape;1728;p42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9" name="Google Shape;1729;p42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0" name="Google Shape;1730;p42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1" name="Google Shape;1731;p42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2" name="Google Shape;1732;p42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3" name="Google Shape;1733;p42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4" name="Google Shape;1734;p42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5" name="Google Shape;1735;p42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6" name="Google Shape;1736;p42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7" name="Google Shape;1737;p42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8" name="Google Shape;1738;p42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9" name="Google Shape;1739;p42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0" name="Google Shape;1740;p42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1" name="Google Shape;1741;p42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2" name="Google Shape;1742;p42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3" name="Google Shape;1743;p42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4" name="Google Shape;1744;p42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5" name="Google Shape;1745;p42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6" name="Google Shape;1746;p42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7" name="Google Shape;1747;p42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8" name="Google Shape;1748;p42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9" name="Google Shape;1749;p42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50" name="Google Shape;1750;p42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51" name="Google Shape;1751;p42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52" name="Google Shape;1752;p42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53" name="Google Shape;1753;p42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54" name="Google Shape;1754;p42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755" name="Google Shape;1755;p4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6" name="Google Shape;1756;p42"/>
          <p:cNvSpPr txBox="1">
            <a:spLocks noGrp="1"/>
          </p:cNvSpPr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57" name="Google Shape;1757;p42"/>
          <p:cNvSpPr txBox="1">
            <a:spLocks noGrp="1"/>
          </p:cNvSpPr>
          <p:nvPr>
            <p:ph type="body" idx="1"/>
          </p:nvPr>
        </p:nvSpPr>
        <p:spPr>
          <a:xfrm>
            <a:off x="423750" y="2391699"/>
            <a:ext cx="2586900" cy="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758" name="Google Shape;1758;p42"/>
          <p:cNvSpPr txBox="1">
            <a:spLocks noGrp="1"/>
          </p:cNvSpPr>
          <p:nvPr>
            <p:ph type="subTitle" idx="2"/>
          </p:nvPr>
        </p:nvSpPr>
        <p:spPr>
          <a:xfrm>
            <a:off x="423750" y="2160100"/>
            <a:ext cx="2586900" cy="2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9" name="Google Shape;1759;p42"/>
          <p:cNvSpPr txBox="1">
            <a:spLocks noGrp="1"/>
          </p:cNvSpPr>
          <p:nvPr>
            <p:ph type="body" idx="3"/>
          </p:nvPr>
        </p:nvSpPr>
        <p:spPr>
          <a:xfrm>
            <a:off x="3276074" y="2391699"/>
            <a:ext cx="2586900" cy="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760" name="Google Shape;1760;p42"/>
          <p:cNvSpPr txBox="1">
            <a:spLocks noGrp="1"/>
          </p:cNvSpPr>
          <p:nvPr>
            <p:ph type="subTitle" idx="4"/>
          </p:nvPr>
        </p:nvSpPr>
        <p:spPr>
          <a:xfrm>
            <a:off x="3276071" y="2160100"/>
            <a:ext cx="2586900" cy="2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1" name="Google Shape;1761;p42"/>
          <p:cNvSpPr>
            <a:spLocks noGrp="1"/>
          </p:cNvSpPr>
          <p:nvPr>
            <p:ph type="pic" idx="5"/>
          </p:nvPr>
        </p:nvSpPr>
        <p:spPr>
          <a:xfrm>
            <a:off x="423750" y="3022475"/>
            <a:ext cx="2586900" cy="1864500"/>
          </a:xfrm>
          <a:prstGeom prst="roundRect">
            <a:avLst>
              <a:gd name="adj" fmla="val 3854"/>
            </a:avLst>
          </a:prstGeom>
          <a:noFill/>
          <a:ln>
            <a:noFill/>
          </a:ln>
        </p:spPr>
      </p:sp>
      <p:sp>
        <p:nvSpPr>
          <p:cNvPr id="1762" name="Google Shape;1762;p42"/>
          <p:cNvSpPr>
            <a:spLocks noGrp="1"/>
          </p:cNvSpPr>
          <p:nvPr>
            <p:ph type="pic" idx="6"/>
          </p:nvPr>
        </p:nvSpPr>
        <p:spPr>
          <a:xfrm>
            <a:off x="3276071" y="3022475"/>
            <a:ext cx="2586900" cy="1864500"/>
          </a:xfrm>
          <a:prstGeom prst="roundRect">
            <a:avLst>
              <a:gd name="adj" fmla="val 3854"/>
            </a:avLst>
          </a:prstGeom>
          <a:noFill/>
          <a:ln>
            <a:noFill/>
          </a:ln>
        </p:spPr>
      </p:sp>
      <p:sp>
        <p:nvSpPr>
          <p:cNvPr id="1763" name="Google Shape;1763;p42"/>
          <p:cNvSpPr txBox="1">
            <a:spLocks noGrp="1"/>
          </p:cNvSpPr>
          <p:nvPr>
            <p:ph type="body" idx="7"/>
          </p:nvPr>
        </p:nvSpPr>
        <p:spPr>
          <a:xfrm>
            <a:off x="6128397" y="2391699"/>
            <a:ext cx="2586900" cy="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764" name="Google Shape;1764;p42"/>
          <p:cNvSpPr txBox="1">
            <a:spLocks noGrp="1"/>
          </p:cNvSpPr>
          <p:nvPr>
            <p:ph type="subTitle" idx="8"/>
          </p:nvPr>
        </p:nvSpPr>
        <p:spPr>
          <a:xfrm>
            <a:off x="6128391" y="2160100"/>
            <a:ext cx="2586900" cy="2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5" name="Google Shape;1765;p42"/>
          <p:cNvSpPr>
            <a:spLocks noGrp="1"/>
          </p:cNvSpPr>
          <p:nvPr>
            <p:ph type="pic" idx="9"/>
          </p:nvPr>
        </p:nvSpPr>
        <p:spPr>
          <a:xfrm>
            <a:off x="6128391" y="3022475"/>
            <a:ext cx="2586900" cy="1864500"/>
          </a:xfrm>
          <a:prstGeom prst="roundRect">
            <a:avLst>
              <a:gd name="adj" fmla="val 3854"/>
            </a:avLst>
          </a:prstGeom>
          <a:noFill/>
          <a:ln>
            <a:noFill/>
          </a:ln>
        </p:spPr>
      </p:sp>
      <p:sp>
        <p:nvSpPr>
          <p:cNvPr id="1766" name="Google Shape;1766;p4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1_1_1_1_1_1_1_1_1_1_2_1_1_1_1_1_1_1_1_1_1_1_1_1_1_1_1_1_1"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4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grpSp>
        <p:nvGrpSpPr>
          <p:cNvPr id="1769" name="Google Shape;1769;p4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70" name="Google Shape;1770;p43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1" name="Google Shape;1771;p43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2" name="Google Shape;1772;p43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3" name="Google Shape;1773;p43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4" name="Google Shape;1774;p43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5" name="Google Shape;1775;p43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6" name="Google Shape;1776;p43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7" name="Google Shape;1777;p43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8" name="Google Shape;1778;p43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9" name="Google Shape;1779;p43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0" name="Google Shape;1780;p43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1" name="Google Shape;1781;p43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2" name="Google Shape;1782;p43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3" name="Google Shape;1783;p43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4" name="Google Shape;1784;p43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5" name="Google Shape;1785;p43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6" name="Google Shape;1786;p43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7" name="Google Shape;1787;p43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8" name="Google Shape;1788;p43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9" name="Google Shape;1789;p43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0" name="Google Shape;1790;p43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1" name="Google Shape;1791;p43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2" name="Google Shape;1792;p43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3" name="Google Shape;1793;p43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4" name="Google Shape;1794;p43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5" name="Google Shape;1795;p43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6" name="Google Shape;1796;p43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7" name="Google Shape;1797;p43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8" name="Google Shape;1798;p43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9" name="Google Shape;1799;p43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0" name="Google Shape;1800;p43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1" name="Google Shape;1801;p43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2" name="Google Shape;1802;p43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3" name="Google Shape;1803;p43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4" name="Google Shape;1804;p43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5" name="Google Shape;1805;p43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6" name="Google Shape;1806;p43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7" name="Google Shape;1807;p43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8" name="Google Shape;1808;p43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9" name="Google Shape;1809;p43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0" name="Google Shape;1810;p43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1" name="Google Shape;1811;p43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2" name="Google Shape;1812;p43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3" name="Google Shape;1813;p43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4" name="Google Shape;1814;p43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5" name="Google Shape;1815;p43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6" name="Google Shape;1816;p43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7" name="Google Shape;1817;p43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8" name="Google Shape;1818;p43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9" name="Google Shape;1819;p43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0" name="Google Shape;1820;p43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1" name="Google Shape;1821;p43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2" name="Google Shape;1822;p43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3" name="Google Shape;1823;p43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4" name="Google Shape;1824;p43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5" name="Google Shape;1825;p43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6" name="Google Shape;1826;p43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7" name="Google Shape;1827;p43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8" name="Google Shape;1828;p43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829" name="Google Shape;1829;p4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0" name="Google Shape;1830;p43"/>
          <p:cNvSpPr>
            <a:spLocks noGrp="1"/>
          </p:cNvSpPr>
          <p:nvPr>
            <p:ph type="pic" idx="2"/>
          </p:nvPr>
        </p:nvSpPr>
        <p:spPr>
          <a:xfrm>
            <a:off x="436350" y="262350"/>
            <a:ext cx="8271300" cy="4618800"/>
          </a:xfrm>
          <a:prstGeom prst="roundRect">
            <a:avLst>
              <a:gd name="adj" fmla="val 3854"/>
            </a:avLst>
          </a:prstGeom>
          <a:noFill/>
          <a:ln>
            <a:noFill/>
          </a:ln>
        </p:spPr>
      </p:sp>
      <p:sp>
        <p:nvSpPr>
          <p:cNvPr id="1831" name="Google Shape;1831;p4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1_1_1_1_1_1_1_1_1_1_2_1_1_1_1_1_1_1_1_1_1_1_1_1_1_1_1_1_1_1">
    <p:spTree>
      <p:nvGrpSpPr>
        <p:cNvPr id="1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4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grpSp>
        <p:nvGrpSpPr>
          <p:cNvPr id="1834" name="Google Shape;1834;p4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835" name="Google Shape;1835;p44"/>
            <p:cNvSpPr/>
            <p:nvPr/>
          </p:nvSpPr>
          <p:spPr>
            <a:xfrm>
              <a:off x="0" y="6515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36" name="Google Shape;1836;p44"/>
            <p:cNvSpPr/>
            <p:nvPr/>
          </p:nvSpPr>
          <p:spPr>
            <a:xfrm>
              <a:off x="0" y="6172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37" name="Google Shape;1837;p44"/>
            <p:cNvSpPr/>
            <p:nvPr/>
          </p:nvSpPr>
          <p:spPr>
            <a:xfrm>
              <a:off x="0" y="5829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38" name="Google Shape;1838;p44"/>
            <p:cNvSpPr/>
            <p:nvPr/>
          </p:nvSpPr>
          <p:spPr>
            <a:xfrm>
              <a:off x="0" y="5486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39" name="Google Shape;1839;p44"/>
            <p:cNvSpPr/>
            <p:nvPr/>
          </p:nvSpPr>
          <p:spPr>
            <a:xfrm>
              <a:off x="0" y="5143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40" name="Google Shape;1840;p44"/>
            <p:cNvSpPr/>
            <p:nvPr/>
          </p:nvSpPr>
          <p:spPr>
            <a:xfrm>
              <a:off x="0" y="4800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41" name="Google Shape;1841;p44"/>
            <p:cNvSpPr/>
            <p:nvPr/>
          </p:nvSpPr>
          <p:spPr>
            <a:xfrm>
              <a:off x="0" y="4457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42" name="Google Shape;1842;p44"/>
            <p:cNvSpPr/>
            <p:nvPr/>
          </p:nvSpPr>
          <p:spPr>
            <a:xfrm>
              <a:off x="0" y="4114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43" name="Google Shape;1843;p44"/>
            <p:cNvSpPr/>
            <p:nvPr/>
          </p:nvSpPr>
          <p:spPr>
            <a:xfrm>
              <a:off x="0" y="3771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44" name="Google Shape;1844;p44"/>
            <p:cNvSpPr/>
            <p:nvPr/>
          </p:nvSpPr>
          <p:spPr>
            <a:xfrm>
              <a:off x="0" y="34290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45" name="Google Shape;1845;p44"/>
            <p:cNvSpPr/>
            <p:nvPr/>
          </p:nvSpPr>
          <p:spPr>
            <a:xfrm>
              <a:off x="0" y="30861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46" name="Google Shape;1846;p44"/>
            <p:cNvSpPr/>
            <p:nvPr/>
          </p:nvSpPr>
          <p:spPr>
            <a:xfrm>
              <a:off x="0" y="27432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47" name="Google Shape;1847;p44"/>
            <p:cNvSpPr/>
            <p:nvPr/>
          </p:nvSpPr>
          <p:spPr>
            <a:xfrm>
              <a:off x="0" y="24003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48" name="Google Shape;1848;p44"/>
            <p:cNvSpPr/>
            <p:nvPr/>
          </p:nvSpPr>
          <p:spPr>
            <a:xfrm>
              <a:off x="0" y="20574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49" name="Google Shape;1849;p44"/>
            <p:cNvSpPr/>
            <p:nvPr/>
          </p:nvSpPr>
          <p:spPr>
            <a:xfrm>
              <a:off x="0" y="17145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50" name="Google Shape;1850;p44"/>
            <p:cNvSpPr/>
            <p:nvPr/>
          </p:nvSpPr>
          <p:spPr>
            <a:xfrm>
              <a:off x="0" y="13716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51" name="Google Shape;1851;p44"/>
            <p:cNvSpPr/>
            <p:nvPr/>
          </p:nvSpPr>
          <p:spPr>
            <a:xfrm>
              <a:off x="0" y="10287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52" name="Google Shape;1852;p44"/>
            <p:cNvSpPr/>
            <p:nvPr/>
          </p:nvSpPr>
          <p:spPr>
            <a:xfrm>
              <a:off x="0" y="6858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53" name="Google Shape;1853;p44"/>
            <p:cNvSpPr/>
            <p:nvPr/>
          </p:nvSpPr>
          <p:spPr>
            <a:xfrm>
              <a:off x="0" y="342900"/>
              <a:ext cx="12192000" cy="6350"/>
            </a:xfrm>
            <a:custGeom>
              <a:avLst/>
              <a:gdLst/>
              <a:ahLst/>
              <a:cxnLst/>
              <a:rect l="l" t="t" r="r" b="b"/>
              <a:pathLst>
                <a:path w="12192000" h="6350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54" name="Google Shape;1854;p44"/>
            <p:cNvSpPr/>
            <p:nvPr/>
          </p:nvSpPr>
          <p:spPr>
            <a:xfrm>
              <a:off x="118946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55" name="Google Shape;1855;p44"/>
            <p:cNvSpPr/>
            <p:nvPr/>
          </p:nvSpPr>
          <p:spPr>
            <a:xfrm>
              <a:off x="1159725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56" name="Google Shape;1856;p44"/>
            <p:cNvSpPr/>
            <p:nvPr/>
          </p:nvSpPr>
          <p:spPr>
            <a:xfrm>
              <a:off x="112998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57" name="Google Shape;1857;p44"/>
            <p:cNvSpPr/>
            <p:nvPr/>
          </p:nvSpPr>
          <p:spPr>
            <a:xfrm>
              <a:off x="1100251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58" name="Google Shape;1858;p44"/>
            <p:cNvSpPr/>
            <p:nvPr/>
          </p:nvSpPr>
          <p:spPr>
            <a:xfrm>
              <a:off x="107051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59" name="Google Shape;1859;p44"/>
            <p:cNvSpPr/>
            <p:nvPr/>
          </p:nvSpPr>
          <p:spPr>
            <a:xfrm>
              <a:off x="1040777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60" name="Google Shape;1860;p44"/>
            <p:cNvSpPr/>
            <p:nvPr/>
          </p:nvSpPr>
          <p:spPr>
            <a:xfrm>
              <a:off x="101104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61" name="Google Shape;1861;p44"/>
            <p:cNvSpPr/>
            <p:nvPr/>
          </p:nvSpPr>
          <p:spPr>
            <a:xfrm>
              <a:off x="981309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62" name="Google Shape;1862;p44"/>
            <p:cNvSpPr/>
            <p:nvPr/>
          </p:nvSpPr>
          <p:spPr>
            <a:xfrm>
              <a:off x="9515729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63" name="Google Shape;1863;p44"/>
            <p:cNvSpPr/>
            <p:nvPr/>
          </p:nvSpPr>
          <p:spPr>
            <a:xfrm>
              <a:off x="921835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64" name="Google Shape;1864;p44"/>
            <p:cNvSpPr/>
            <p:nvPr/>
          </p:nvSpPr>
          <p:spPr>
            <a:xfrm>
              <a:off x="8920988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65" name="Google Shape;1865;p44"/>
            <p:cNvSpPr/>
            <p:nvPr/>
          </p:nvSpPr>
          <p:spPr>
            <a:xfrm>
              <a:off x="862361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66" name="Google Shape;1866;p44"/>
            <p:cNvSpPr/>
            <p:nvPr/>
          </p:nvSpPr>
          <p:spPr>
            <a:xfrm>
              <a:off x="8326247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67" name="Google Shape;1867;p44"/>
            <p:cNvSpPr/>
            <p:nvPr/>
          </p:nvSpPr>
          <p:spPr>
            <a:xfrm>
              <a:off x="80288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68" name="Google Shape;1868;p44"/>
            <p:cNvSpPr/>
            <p:nvPr/>
          </p:nvSpPr>
          <p:spPr>
            <a:xfrm>
              <a:off x="773150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69" name="Google Shape;1869;p44"/>
            <p:cNvSpPr/>
            <p:nvPr/>
          </p:nvSpPr>
          <p:spPr>
            <a:xfrm>
              <a:off x="74341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70" name="Google Shape;1870;p44"/>
            <p:cNvSpPr/>
            <p:nvPr/>
          </p:nvSpPr>
          <p:spPr>
            <a:xfrm>
              <a:off x="713676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71" name="Google Shape;1871;p44"/>
            <p:cNvSpPr/>
            <p:nvPr/>
          </p:nvSpPr>
          <p:spPr>
            <a:xfrm>
              <a:off x="68393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72" name="Google Shape;1872;p44"/>
            <p:cNvSpPr/>
            <p:nvPr/>
          </p:nvSpPr>
          <p:spPr>
            <a:xfrm>
              <a:off x="654202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73" name="Google Shape;1873;p44"/>
            <p:cNvSpPr/>
            <p:nvPr/>
          </p:nvSpPr>
          <p:spPr>
            <a:xfrm>
              <a:off x="62446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74" name="Google Shape;1874;p44"/>
            <p:cNvSpPr/>
            <p:nvPr/>
          </p:nvSpPr>
          <p:spPr>
            <a:xfrm>
              <a:off x="594734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75" name="Google Shape;1875;p44"/>
            <p:cNvSpPr/>
            <p:nvPr/>
          </p:nvSpPr>
          <p:spPr>
            <a:xfrm>
              <a:off x="564997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76" name="Google Shape;1876;p44"/>
            <p:cNvSpPr/>
            <p:nvPr/>
          </p:nvSpPr>
          <p:spPr>
            <a:xfrm>
              <a:off x="535260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77" name="Google Shape;1877;p44"/>
            <p:cNvSpPr/>
            <p:nvPr/>
          </p:nvSpPr>
          <p:spPr>
            <a:xfrm>
              <a:off x="505523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78" name="Google Shape;1878;p44"/>
            <p:cNvSpPr/>
            <p:nvPr/>
          </p:nvSpPr>
          <p:spPr>
            <a:xfrm>
              <a:off x="475786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79" name="Google Shape;1879;p44"/>
            <p:cNvSpPr/>
            <p:nvPr/>
          </p:nvSpPr>
          <p:spPr>
            <a:xfrm>
              <a:off x="446049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80" name="Google Shape;1880;p44"/>
            <p:cNvSpPr/>
            <p:nvPr/>
          </p:nvSpPr>
          <p:spPr>
            <a:xfrm>
              <a:off x="41631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81" name="Google Shape;1881;p44"/>
            <p:cNvSpPr/>
            <p:nvPr/>
          </p:nvSpPr>
          <p:spPr>
            <a:xfrm>
              <a:off x="386575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82" name="Google Shape;1882;p44"/>
            <p:cNvSpPr/>
            <p:nvPr/>
          </p:nvSpPr>
          <p:spPr>
            <a:xfrm>
              <a:off x="35683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83" name="Google Shape;1883;p44"/>
            <p:cNvSpPr/>
            <p:nvPr/>
          </p:nvSpPr>
          <p:spPr>
            <a:xfrm>
              <a:off x="327101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84" name="Google Shape;1884;p44"/>
            <p:cNvSpPr/>
            <p:nvPr/>
          </p:nvSpPr>
          <p:spPr>
            <a:xfrm>
              <a:off x="29736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85" name="Google Shape;1885;p44"/>
            <p:cNvSpPr/>
            <p:nvPr/>
          </p:nvSpPr>
          <p:spPr>
            <a:xfrm>
              <a:off x="267627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86" name="Google Shape;1886;p44"/>
            <p:cNvSpPr/>
            <p:nvPr/>
          </p:nvSpPr>
          <p:spPr>
            <a:xfrm>
              <a:off x="237890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87" name="Google Shape;1887;p44"/>
            <p:cNvSpPr/>
            <p:nvPr/>
          </p:nvSpPr>
          <p:spPr>
            <a:xfrm>
              <a:off x="208153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88" name="Google Shape;1888;p44"/>
            <p:cNvSpPr/>
            <p:nvPr/>
          </p:nvSpPr>
          <p:spPr>
            <a:xfrm>
              <a:off x="1784223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89" name="Google Shape;1889;p44"/>
            <p:cNvSpPr/>
            <p:nvPr/>
          </p:nvSpPr>
          <p:spPr>
            <a:xfrm>
              <a:off x="148685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90" name="Google Shape;1890;p44"/>
            <p:cNvSpPr/>
            <p:nvPr/>
          </p:nvSpPr>
          <p:spPr>
            <a:xfrm>
              <a:off x="1189482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91" name="Google Shape;1891;p44"/>
            <p:cNvSpPr/>
            <p:nvPr/>
          </p:nvSpPr>
          <p:spPr>
            <a:xfrm>
              <a:off x="89211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92" name="Google Shape;1892;p44"/>
            <p:cNvSpPr/>
            <p:nvPr/>
          </p:nvSpPr>
          <p:spPr>
            <a:xfrm>
              <a:off x="594741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93" name="Google Shape;1893;p44"/>
            <p:cNvSpPr/>
            <p:nvPr/>
          </p:nvSpPr>
          <p:spPr>
            <a:xfrm>
              <a:off x="297370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894" name="Google Shape;1894;p4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5" name="Google Shape;1895;p44"/>
          <p:cNvSpPr txBox="1">
            <a:spLocks noGrp="1"/>
          </p:cNvSpPr>
          <p:nvPr>
            <p:ph type="title"/>
          </p:nvPr>
        </p:nvSpPr>
        <p:spPr>
          <a:xfrm>
            <a:off x="208725" y="344175"/>
            <a:ext cx="8729700" cy="88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96" name="Google Shape;1896;p44"/>
          <p:cNvSpPr>
            <a:spLocks noGrp="1"/>
          </p:cNvSpPr>
          <p:nvPr>
            <p:ph type="pic" idx="2"/>
          </p:nvPr>
        </p:nvSpPr>
        <p:spPr>
          <a:xfrm>
            <a:off x="208725" y="1344450"/>
            <a:ext cx="2838600" cy="1151100"/>
          </a:xfrm>
          <a:prstGeom prst="roundRect">
            <a:avLst>
              <a:gd name="adj" fmla="val 3854"/>
            </a:avLst>
          </a:prstGeom>
          <a:noFill/>
          <a:ln>
            <a:noFill/>
          </a:ln>
        </p:spPr>
      </p:sp>
      <p:sp>
        <p:nvSpPr>
          <p:cNvPr id="1897" name="Google Shape;1897;p44"/>
          <p:cNvSpPr>
            <a:spLocks noGrp="1"/>
          </p:cNvSpPr>
          <p:nvPr>
            <p:ph type="pic" idx="3"/>
          </p:nvPr>
        </p:nvSpPr>
        <p:spPr>
          <a:xfrm>
            <a:off x="3154251" y="1344450"/>
            <a:ext cx="2838600" cy="1151100"/>
          </a:xfrm>
          <a:prstGeom prst="roundRect">
            <a:avLst>
              <a:gd name="adj" fmla="val 3854"/>
            </a:avLst>
          </a:prstGeom>
          <a:noFill/>
          <a:ln>
            <a:noFill/>
          </a:ln>
        </p:spPr>
      </p:sp>
      <p:sp>
        <p:nvSpPr>
          <p:cNvPr id="1898" name="Google Shape;1898;p44"/>
          <p:cNvSpPr>
            <a:spLocks noGrp="1"/>
          </p:cNvSpPr>
          <p:nvPr>
            <p:ph type="pic" idx="4"/>
          </p:nvPr>
        </p:nvSpPr>
        <p:spPr>
          <a:xfrm>
            <a:off x="6099777" y="1344450"/>
            <a:ext cx="2838600" cy="1151100"/>
          </a:xfrm>
          <a:prstGeom prst="roundRect">
            <a:avLst>
              <a:gd name="adj" fmla="val 3854"/>
            </a:avLst>
          </a:prstGeom>
          <a:noFill/>
          <a:ln>
            <a:noFill/>
          </a:ln>
        </p:spPr>
      </p:sp>
      <p:sp>
        <p:nvSpPr>
          <p:cNvPr id="1899" name="Google Shape;1899;p44"/>
          <p:cNvSpPr>
            <a:spLocks noGrp="1"/>
          </p:cNvSpPr>
          <p:nvPr>
            <p:ph type="pic" idx="5"/>
          </p:nvPr>
        </p:nvSpPr>
        <p:spPr>
          <a:xfrm>
            <a:off x="208725" y="2611125"/>
            <a:ext cx="2838600" cy="1151100"/>
          </a:xfrm>
          <a:prstGeom prst="roundRect">
            <a:avLst>
              <a:gd name="adj" fmla="val 3854"/>
            </a:avLst>
          </a:prstGeom>
          <a:noFill/>
          <a:ln>
            <a:noFill/>
          </a:ln>
        </p:spPr>
      </p:sp>
      <p:sp>
        <p:nvSpPr>
          <p:cNvPr id="1900" name="Google Shape;1900;p44"/>
          <p:cNvSpPr>
            <a:spLocks noGrp="1"/>
          </p:cNvSpPr>
          <p:nvPr>
            <p:ph type="pic" idx="6"/>
          </p:nvPr>
        </p:nvSpPr>
        <p:spPr>
          <a:xfrm>
            <a:off x="3154251" y="2611125"/>
            <a:ext cx="2838600" cy="1151100"/>
          </a:xfrm>
          <a:prstGeom prst="roundRect">
            <a:avLst>
              <a:gd name="adj" fmla="val 3854"/>
            </a:avLst>
          </a:prstGeom>
          <a:noFill/>
          <a:ln>
            <a:noFill/>
          </a:ln>
        </p:spPr>
      </p:sp>
      <p:sp>
        <p:nvSpPr>
          <p:cNvPr id="1901" name="Google Shape;1901;p44"/>
          <p:cNvSpPr>
            <a:spLocks noGrp="1"/>
          </p:cNvSpPr>
          <p:nvPr>
            <p:ph type="pic" idx="7"/>
          </p:nvPr>
        </p:nvSpPr>
        <p:spPr>
          <a:xfrm>
            <a:off x="6099777" y="2611125"/>
            <a:ext cx="2838600" cy="1151100"/>
          </a:xfrm>
          <a:prstGeom prst="roundRect">
            <a:avLst>
              <a:gd name="adj" fmla="val 3854"/>
            </a:avLst>
          </a:prstGeom>
          <a:noFill/>
          <a:ln>
            <a:noFill/>
          </a:ln>
        </p:spPr>
      </p:sp>
      <p:sp>
        <p:nvSpPr>
          <p:cNvPr id="1902" name="Google Shape;1902;p44"/>
          <p:cNvSpPr>
            <a:spLocks noGrp="1"/>
          </p:cNvSpPr>
          <p:nvPr>
            <p:ph type="pic" idx="8"/>
          </p:nvPr>
        </p:nvSpPr>
        <p:spPr>
          <a:xfrm>
            <a:off x="208725" y="3877800"/>
            <a:ext cx="2838600" cy="1151100"/>
          </a:xfrm>
          <a:prstGeom prst="roundRect">
            <a:avLst>
              <a:gd name="adj" fmla="val 3854"/>
            </a:avLst>
          </a:prstGeom>
          <a:noFill/>
          <a:ln>
            <a:noFill/>
          </a:ln>
        </p:spPr>
      </p:sp>
      <p:sp>
        <p:nvSpPr>
          <p:cNvPr id="1903" name="Google Shape;1903;p44"/>
          <p:cNvSpPr>
            <a:spLocks noGrp="1"/>
          </p:cNvSpPr>
          <p:nvPr>
            <p:ph type="pic" idx="9"/>
          </p:nvPr>
        </p:nvSpPr>
        <p:spPr>
          <a:xfrm>
            <a:off x="3154251" y="3877800"/>
            <a:ext cx="2838600" cy="1151100"/>
          </a:xfrm>
          <a:prstGeom prst="roundRect">
            <a:avLst>
              <a:gd name="adj" fmla="val 3854"/>
            </a:avLst>
          </a:prstGeom>
          <a:noFill/>
          <a:ln>
            <a:noFill/>
          </a:ln>
        </p:spPr>
      </p:sp>
      <p:sp>
        <p:nvSpPr>
          <p:cNvPr id="1904" name="Google Shape;1904;p44"/>
          <p:cNvSpPr>
            <a:spLocks noGrp="1"/>
          </p:cNvSpPr>
          <p:nvPr>
            <p:ph type="pic" idx="13"/>
          </p:nvPr>
        </p:nvSpPr>
        <p:spPr>
          <a:xfrm>
            <a:off x="6099777" y="3877800"/>
            <a:ext cx="2838600" cy="1151100"/>
          </a:xfrm>
          <a:prstGeom prst="roundRect">
            <a:avLst>
              <a:gd name="adj" fmla="val 3854"/>
            </a:avLst>
          </a:prstGeom>
          <a:noFill/>
          <a:ln>
            <a:noFill/>
          </a:ln>
        </p:spPr>
      </p:sp>
      <p:sp>
        <p:nvSpPr>
          <p:cNvPr id="1905" name="Google Shape;1905;p4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57925"/>
            <a:ext cx="64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exend"/>
              <a:buNone/>
              <a:defRPr sz="4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1239450" y="2823325"/>
            <a:ext cx="3145800" cy="20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196">
          <p15:clr>
            <a:srgbClr val="E46962"/>
          </p15:clr>
        </p15:guide>
        <p15:guide id="7" orient="horz" pos="936">
          <p15:clr>
            <a:srgbClr val="E46962"/>
          </p15:clr>
        </p15:guide>
        <p15:guide id="8" orient="horz" pos="68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p45"/>
          <p:cNvSpPr txBox="1">
            <a:spLocks noGrp="1"/>
          </p:cNvSpPr>
          <p:nvPr>
            <p:ph type="subTitle" idx="2"/>
          </p:nvPr>
        </p:nvSpPr>
        <p:spPr>
          <a:xfrm>
            <a:off x="5502200" y="344175"/>
            <a:ext cx="3501300" cy="5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b="1" dirty="0">
                <a:latin typeface="Lexend"/>
                <a:ea typeface="Lexend"/>
                <a:cs typeface="Lexend"/>
                <a:sym typeface="Lexend"/>
              </a:rPr>
              <a:t>Мейржан Курманов</a:t>
            </a:r>
            <a:endParaRPr sz="2600" b="1" dirty="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1" name="Google Shape;1911;p45"/>
          <p:cNvSpPr txBox="1">
            <a:spLocks noGrp="1"/>
          </p:cNvSpPr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Проект </a:t>
            </a:r>
            <a:endParaRPr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“Free target”</a:t>
            </a:r>
            <a:endParaRPr dirty="0"/>
          </a:p>
        </p:txBody>
      </p:sp>
      <p:grpSp>
        <p:nvGrpSpPr>
          <p:cNvPr id="1912" name="Google Shape;1912;p45"/>
          <p:cNvGrpSpPr/>
          <p:nvPr/>
        </p:nvGrpSpPr>
        <p:grpSpPr>
          <a:xfrm>
            <a:off x="1643030" y="2274504"/>
            <a:ext cx="5857935" cy="2578241"/>
            <a:chOff x="2267909" y="2831175"/>
            <a:chExt cx="4608193" cy="1982804"/>
          </a:xfrm>
        </p:grpSpPr>
        <p:grpSp>
          <p:nvGrpSpPr>
            <p:cNvPr id="1913" name="Google Shape;1913;p45"/>
            <p:cNvGrpSpPr/>
            <p:nvPr/>
          </p:nvGrpSpPr>
          <p:grpSpPr>
            <a:xfrm>
              <a:off x="2267909" y="3080044"/>
              <a:ext cx="4608193" cy="1733935"/>
              <a:chOff x="5485193" y="340487"/>
              <a:chExt cx="3462464" cy="1302829"/>
            </a:xfrm>
          </p:grpSpPr>
          <p:sp>
            <p:nvSpPr>
              <p:cNvPr id="1914" name="Google Shape;1914;p45"/>
              <p:cNvSpPr/>
              <p:nvPr/>
            </p:nvSpPr>
            <p:spPr>
              <a:xfrm>
                <a:off x="5485193" y="340487"/>
                <a:ext cx="3462464" cy="1296479"/>
              </a:xfrm>
              <a:custGeom>
                <a:avLst/>
                <a:gdLst/>
                <a:ahLst/>
                <a:cxnLst/>
                <a:rect l="l" t="t" r="r" b="b"/>
                <a:pathLst>
                  <a:path w="3462464" h="1296479" extrusionOk="0">
                    <a:moveTo>
                      <a:pt x="0" y="0"/>
                    </a:moveTo>
                    <a:lnTo>
                      <a:pt x="3462464" y="0"/>
                    </a:lnTo>
                    <a:lnTo>
                      <a:pt x="3462464" y="1296480"/>
                    </a:lnTo>
                    <a:lnTo>
                      <a:pt x="0" y="129648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15" name="Google Shape;1915;p45"/>
              <p:cNvSpPr/>
              <p:nvPr/>
            </p:nvSpPr>
            <p:spPr>
              <a:xfrm>
                <a:off x="7840218" y="340487"/>
                <a:ext cx="6350" cy="1296479"/>
              </a:xfrm>
              <a:custGeom>
                <a:avLst/>
                <a:gdLst/>
                <a:ahLst/>
                <a:cxnLst/>
                <a:rect l="l" t="t" r="r" b="b"/>
                <a:pathLst>
                  <a:path w="6350" h="1296479" extrusionOk="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16" name="Google Shape;1916;p45"/>
              <p:cNvSpPr/>
              <p:nvPr/>
            </p:nvSpPr>
            <p:spPr>
              <a:xfrm>
                <a:off x="8024812" y="340487"/>
                <a:ext cx="6350" cy="1296479"/>
              </a:xfrm>
              <a:custGeom>
                <a:avLst/>
                <a:gdLst/>
                <a:ahLst/>
                <a:cxnLst/>
                <a:rect l="l" t="t" r="r" b="b"/>
                <a:pathLst>
                  <a:path w="6350" h="1296479" extrusionOk="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17" name="Google Shape;1917;p45"/>
              <p:cNvSpPr/>
              <p:nvPr/>
            </p:nvSpPr>
            <p:spPr>
              <a:xfrm>
                <a:off x="8209343" y="340487"/>
                <a:ext cx="6350" cy="1296479"/>
              </a:xfrm>
              <a:custGeom>
                <a:avLst/>
                <a:gdLst/>
                <a:ahLst/>
                <a:cxnLst/>
                <a:rect l="l" t="t" r="r" b="b"/>
                <a:pathLst>
                  <a:path w="6350" h="1296479" extrusionOk="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18" name="Google Shape;1918;p45"/>
              <p:cNvSpPr/>
              <p:nvPr/>
            </p:nvSpPr>
            <p:spPr>
              <a:xfrm>
                <a:off x="8393938" y="340487"/>
                <a:ext cx="6350" cy="1296479"/>
              </a:xfrm>
              <a:custGeom>
                <a:avLst/>
                <a:gdLst/>
                <a:ahLst/>
                <a:cxnLst/>
                <a:rect l="l" t="t" r="r" b="b"/>
                <a:pathLst>
                  <a:path w="6350" h="1296479" extrusionOk="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19" name="Google Shape;1919;p45"/>
              <p:cNvSpPr/>
              <p:nvPr/>
            </p:nvSpPr>
            <p:spPr>
              <a:xfrm>
                <a:off x="8578532" y="340487"/>
                <a:ext cx="6350" cy="1296479"/>
              </a:xfrm>
              <a:custGeom>
                <a:avLst/>
                <a:gdLst/>
                <a:ahLst/>
                <a:cxnLst/>
                <a:rect l="l" t="t" r="r" b="b"/>
                <a:pathLst>
                  <a:path w="6350" h="1296479" extrusionOk="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20" name="Google Shape;1920;p45"/>
              <p:cNvSpPr/>
              <p:nvPr/>
            </p:nvSpPr>
            <p:spPr>
              <a:xfrm>
                <a:off x="8763063" y="340487"/>
                <a:ext cx="6350" cy="1296479"/>
              </a:xfrm>
              <a:custGeom>
                <a:avLst/>
                <a:gdLst/>
                <a:ahLst/>
                <a:cxnLst/>
                <a:rect l="l" t="t" r="r" b="b"/>
                <a:pathLst>
                  <a:path w="6350" h="1296479" extrusionOk="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21" name="Google Shape;1921;p45"/>
              <p:cNvSpPr/>
              <p:nvPr/>
            </p:nvSpPr>
            <p:spPr>
              <a:xfrm>
                <a:off x="6755003" y="340487"/>
                <a:ext cx="6350" cy="1296479"/>
              </a:xfrm>
              <a:custGeom>
                <a:avLst/>
                <a:gdLst/>
                <a:ahLst/>
                <a:cxnLst/>
                <a:rect l="l" t="t" r="r" b="b"/>
                <a:pathLst>
                  <a:path w="6350" h="1296479" extrusionOk="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22" name="Google Shape;1922;p45"/>
              <p:cNvSpPr/>
              <p:nvPr/>
            </p:nvSpPr>
            <p:spPr>
              <a:xfrm>
                <a:off x="6939597" y="340487"/>
                <a:ext cx="6350" cy="1296479"/>
              </a:xfrm>
              <a:custGeom>
                <a:avLst/>
                <a:gdLst/>
                <a:ahLst/>
                <a:cxnLst/>
                <a:rect l="l" t="t" r="r" b="b"/>
                <a:pathLst>
                  <a:path w="6350" h="1296479" extrusionOk="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23" name="Google Shape;1923;p45"/>
              <p:cNvSpPr/>
              <p:nvPr/>
            </p:nvSpPr>
            <p:spPr>
              <a:xfrm>
                <a:off x="7124128" y="340487"/>
                <a:ext cx="6350" cy="1296479"/>
              </a:xfrm>
              <a:custGeom>
                <a:avLst/>
                <a:gdLst/>
                <a:ahLst/>
                <a:cxnLst/>
                <a:rect l="l" t="t" r="r" b="b"/>
                <a:pathLst>
                  <a:path w="6350" h="1296479" extrusionOk="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24" name="Google Shape;1924;p45"/>
              <p:cNvSpPr/>
              <p:nvPr/>
            </p:nvSpPr>
            <p:spPr>
              <a:xfrm>
                <a:off x="7308723" y="340487"/>
                <a:ext cx="6350" cy="1296479"/>
              </a:xfrm>
              <a:custGeom>
                <a:avLst/>
                <a:gdLst/>
                <a:ahLst/>
                <a:cxnLst/>
                <a:rect l="l" t="t" r="r" b="b"/>
                <a:pathLst>
                  <a:path w="6350" h="1296479" extrusionOk="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25" name="Google Shape;1925;p45"/>
              <p:cNvSpPr/>
              <p:nvPr/>
            </p:nvSpPr>
            <p:spPr>
              <a:xfrm>
                <a:off x="7493317" y="340487"/>
                <a:ext cx="6350" cy="1296479"/>
              </a:xfrm>
              <a:custGeom>
                <a:avLst/>
                <a:gdLst/>
                <a:ahLst/>
                <a:cxnLst/>
                <a:rect l="l" t="t" r="r" b="b"/>
                <a:pathLst>
                  <a:path w="6350" h="1296479" extrusionOk="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26" name="Google Shape;1926;p45"/>
              <p:cNvSpPr/>
              <p:nvPr/>
            </p:nvSpPr>
            <p:spPr>
              <a:xfrm>
                <a:off x="7677911" y="340487"/>
                <a:ext cx="6350" cy="1296479"/>
              </a:xfrm>
              <a:custGeom>
                <a:avLst/>
                <a:gdLst/>
                <a:ahLst/>
                <a:cxnLst/>
                <a:rect l="l" t="t" r="r" b="b"/>
                <a:pathLst>
                  <a:path w="6350" h="1296479" extrusionOk="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27" name="Google Shape;1927;p45"/>
              <p:cNvSpPr/>
              <p:nvPr/>
            </p:nvSpPr>
            <p:spPr>
              <a:xfrm>
                <a:off x="5669788" y="340487"/>
                <a:ext cx="6350" cy="1296479"/>
              </a:xfrm>
              <a:custGeom>
                <a:avLst/>
                <a:gdLst/>
                <a:ahLst/>
                <a:cxnLst/>
                <a:rect l="l" t="t" r="r" b="b"/>
                <a:pathLst>
                  <a:path w="6350" h="1296479" extrusionOk="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28" name="Google Shape;1928;p45"/>
              <p:cNvSpPr/>
              <p:nvPr/>
            </p:nvSpPr>
            <p:spPr>
              <a:xfrm>
                <a:off x="5854382" y="340487"/>
                <a:ext cx="6350" cy="1296479"/>
              </a:xfrm>
              <a:custGeom>
                <a:avLst/>
                <a:gdLst/>
                <a:ahLst/>
                <a:cxnLst/>
                <a:rect l="l" t="t" r="r" b="b"/>
                <a:pathLst>
                  <a:path w="6350" h="1296479" extrusionOk="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29" name="Google Shape;1929;p45"/>
              <p:cNvSpPr/>
              <p:nvPr/>
            </p:nvSpPr>
            <p:spPr>
              <a:xfrm>
                <a:off x="6038977" y="340487"/>
                <a:ext cx="6350" cy="1296479"/>
              </a:xfrm>
              <a:custGeom>
                <a:avLst/>
                <a:gdLst/>
                <a:ahLst/>
                <a:cxnLst/>
                <a:rect l="l" t="t" r="r" b="b"/>
                <a:pathLst>
                  <a:path w="6350" h="1296479" extrusionOk="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30" name="Google Shape;1930;p45"/>
              <p:cNvSpPr/>
              <p:nvPr/>
            </p:nvSpPr>
            <p:spPr>
              <a:xfrm>
                <a:off x="6223508" y="340487"/>
                <a:ext cx="6350" cy="1296479"/>
              </a:xfrm>
              <a:custGeom>
                <a:avLst/>
                <a:gdLst/>
                <a:ahLst/>
                <a:cxnLst/>
                <a:rect l="l" t="t" r="r" b="b"/>
                <a:pathLst>
                  <a:path w="6350" h="1296479" extrusionOk="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31" name="Google Shape;1931;p45"/>
              <p:cNvSpPr/>
              <p:nvPr/>
            </p:nvSpPr>
            <p:spPr>
              <a:xfrm>
                <a:off x="6408102" y="340487"/>
                <a:ext cx="6350" cy="1296479"/>
              </a:xfrm>
              <a:custGeom>
                <a:avLst/>
                <a:gdLst/>
                <a:ahLst/>
                <a:cxnLst/>
                <a:rect l="l" t="t" r="r" b="b"/>
                <a:pathLst>
                  <a:path w="6350" h="1296479" extrusionOk="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32" name="Google Shape;1932;p45"/>
              <p:cNvSpPr/>
              <p:nvPr/>
            </p:nvSpPr>
            <p:spPr>
              <a:xfrm>
                <a:off x="6592697" y="340487"/>
                <a:ext cx="6350" cy="1296479"/>
              </a:xfrm>
              <a:custGeom>
                <a:avLst/>
                <a:gdLst/>
                <a:ahLst/>
                <a:cxnLst/>
                <a:rect l="l" t="t" r="r" b="b"/>
                <a:pathLst>
                  <a:path w="6350" h="1296479" extrusionOk="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33" name="Google Shape;1933;p45"/>
              <p:cNvSpPr/>
              <p:nvPr/>
            </p:nvSpPr>
            <p:spPr>
              <a:xfrm>
                <a:off x="5485193" y="525653"/>
                <a:ext cx="3462464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3462464" h="6350" extrusionOk="0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34" name="Google Shape;1934;p45"/>
              <p:cNvSpPr/>
              <p:nvPr/>
            </p:nvSpPr>
            <p:spPr>
              <a:xfrm>
                <a:off x="5485193" y="1451737"/>
                <a:ext cx="3462464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3462464" h="6350" extrusionOk="0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35" name="Google Shape;1935;p45"/>
              <p:cNvSpPr/>
              <p:nvPr/>
            </p:nvSpPr>
            <p:spPr>
              <a:xfrm>
                <a:off x="5485193" y="1636966"/>
                <a:ext cx="3462464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3462464" h="6350" extrusionOk="0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36" name="Google Shape;1936;p45"/>
              <p:cNvSpPr/>
              <p:nvPr/>
            </p:nvSpPr>
            <p:spPr>
              <a:xfrm>
                <a:off x="5485193" y="1266507"/>
                <a:ext cx="3462464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3462464" h="6350" extrusionOk="0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37" name="Google Shape;1937;p45"/>
              <p:cNvSpPr/>
              <p:nvPr/>
            </p:nvSpPr>
            <p:spPr>
              <a:xfrm>
                <a:off x="5485193" y="1081278"/>
                <a:ext cx="3462464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3462464" h="6350" extrusionOk="0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38" name="Google Shape;1938;p45"/>
              <p:cNvSpPr/>
              <p:nvPr/>
            </p:nvSpPr>
            <p:spPr>
              <a:xfrm>
                <a:off x="5485193" y="896112"/>
                <a:ext cx="3462464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3462464" h="6350" extrusionOk="0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39" name="Google Shape;1939;p45"/>
              <p:cNvSpPr/>
              <p:nvPr/>
            </p:nvSpPr>
            <p:spPr>
              <a:xfrm>
                <a:off x="5485193" y="710882"/>
                <a:ext cx="3462464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3462464" h="6350" extrusionOk="0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sp>
          <p:nvSpPr>
            <p:cNvPr id="1940" name="Google Shape;1940;p45"/>
            <p:cNvSpPr/>
            <p:nvPr/>
          </p:nvSpPr>
          <p:spPr>
            <a:xfrm>
              <a:off x="2764500" y="3326025"/>
              <a:ext cx="1195167" cy="737592"/>
            </a:xfrm>
            <a:custGeom>
              <a:avLst/>
              <a:gdLst/>
              <a:ahLst/>
              <a:cxnLst/>
              <a:rect l="l" t="t" r="r" b="b"/>
              <a:pathLst>
                <a:path w="922909" h="555625" extrusionOk="0">
                  <a:moveTo>
                    <a:pt x="0" y="0"/>
                  </a:moveTo>
                  <a:lnTo>
                    <a:pt x="922909" y="0"/>
                  </a:lnTo>
                  <a:lnTo>
                    <a:pt x="922909" y="555625"/>
                  </a:lnTo>
                  <a:lnTo>
                    <a:pt x="0" y="555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41" name="Google Shape;1941;p45"/>
            <p:cNvSpPr/>
            <p:nvPr/>
          </p:nvSpPr>
          <p:spPr>
            <a:xfrm>
              <a:off x="5406200" y="2831175"/>
              <a:ext cx="974139" cy="985252"/>
            </a:xfrm>
            <a:custGeom>
              <a:avLst/>
              <a:gdLst/>
              <a:ahLst/>
              <a:cxnLst/>
              <a:rect l="l" t="t" r="r" b="b"/>
              <a:pathLst>
                <a:path w="740790" h="740791" extrusionOk="0">
                  <a:moveTo>
                    <a:pt x="740791" y="370395"/>
                  </a:moveTo>
                  <a:cubicBezTo>
                    <a:pt x="740791" y="574959"/>
                    <a:pt x="574959" y="740791"/>
                    <a:pt x="370396" y="740791"/>
                  </a:cubicBezTo>
                  <a:cubicBezTo>
                    <a:pt x="165832" y="740791"/>
                    <a:pt x="0" y="574959"/>
                    <a:pt x="0" y="370395"/>
                  </a:cubicBezTo>
                  <a:cubicBezTo>
                    <a:pt x="0" y="165832"/>
                    <a:pt x="165832" y="0"/>
                    <a:pt x="370396" y="0"/>
                  </a:cubicBezTo>
                  <a:cubicBezTo>
                    <a:pt x="574959" y="0"/>
                    <a:pt x="740791" y="165832"/>
                    <a:pt x="740791" y="3703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42" name="Google Shape;1942;p45"/>
            <p:cNvSpPr/>
            <p:nvPr/>
          </p:nvSpPr>
          <p:spPr>
            <a:xfrm>
              <a:off x="4203775" y="3816425"/>
              <a:ext cx="736446" cy="738062"/>
            </a:xfrm>
            <a:custGeom>
              <a:avLst/>
              <a:gdLst/>
              <a:ahLst/>
              <a:cxnLst/>
              <a:rect l="l" t="t" r="r" b="b"/>
              <a:pathLst>
                <a:path w="553719" h="581151" extrusionOk="0">
                  <a:moveTo>
                    <a:pt x="553720" y="581152"/>
                  </a:moveTo>
                  <a:lnTo>
                    <a:pt x="0" y="581152"/>
                  </a:lnTo>
                  <a:lnTo>
                    <a:pt x="0" y="0"/>
                  </a:lnTo>
                  <a:lnTo>
                    <a:pt x="553720" y="5811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46"/>
          <p:cNvSpPr txBox="1">
            <a:spLocks noGrp="1"/>
          </p:cNvSpPr>
          <p:nvPr>
            <p:ph type="body" idx="3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8" name="Google Shape;1948;p46"/>
          <p:cNvSpPr txBox="1"/>
          <p:nvPr/>
        </p:nvSpPr>
        <p:spPr>
          <a:xfrm>
            <a:off x="122925" y="2653388"/>
            <a:ext cx="12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Цели проекта</a:t>
            </a:r>
            <a:endParaRPr sz="12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49" name="Google Shape;1949;p46"/>
          <p:cNvSpPr txBox="1"/>
          <p:nvPr/>
        </p:nvSpPr>
        <p:spPr>
          <a:xfrm>
            <a:off x="1986237" y="2612163"/>
            <a:ext cx="1258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Exploratory Data Analysis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50" name="Google Shape;1950;p46"/>
          <p:cNvSpPr txBox="1"/>
          <p:nvPr/>
        </p:nvSpPr>
        <p:spPr>
          <a:xfrm>
            <a:off x="7666675" y="2543588"/>
            <a:ext cx="1258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Выводы и рекомендации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951" name="Google Shape;1951;p46"/>
          <p:cNvGrpSpPr/>
          <p:nvPr/>
        </p:nvGrpSpPr>
        <p:grpSpPr>
          <a:xfrm>
            <a:off x="376396" y="1921062"/>
            <a:ext cx="750947" cy="622531"/>
            <a:chOff x="1209150" y="2242475"/>
            <a:chExt cx="1258500" cy="902350"/>
          </a:xfrm>
        </p:grpSpPr>
        <p:sp>
          <p:nvSpPr>
            <p:cNvPr id="1952" name="Google Shape;1952;p46"/>
            <p:cNvSpPr/>
            <p:nvPr/>
          </p:nvSpPr>
          <p:spPr>
            <a:xfrm>
              <a:off x="1230200" y="2242475"/>
              <a:ext cx="411300" cy="81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46"/>
            <p:cNvSpPr/>
            <p:nvPr/>
          </p:nvSpPr>
          <p:spPr>
            <a:xfrm>
              <a:off x="1209150" y="2318025"/>
              <a:ext cx="1258500" cy="826800"/>
            </a:xfrm>
            <a:prstGeom prst="roundRect">
              <a:avLst>
                <a:gd name="adj" fmla="val 5261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54" name="Google Shape;1954;p46"/>
            <p:cNvCxnSpPr/>
            <p:nvPr/>
          </p:nvCxnSpPr>
          <p:spPr>
            <a:xfrm>
              <a:off x="1209990" y="3091250"/>
              <a:ext cx="1256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</p:cxnSp>
      </p:grpSp>
      <p:grpSp>
        <p:nvGrpSpPr>
          <p:cNvPr id="1955" name="Google Shape;1955;p46"/>
          <p:cNvGrpSpPr/>
          <p:nvPr/>
        </p:nvGrpSpPr>
        <p:grpSpPr>
          <a:xfrm>
            <a:off x="7920446" y="1921062"/>
            <a:ext cx="750947" cy="622531"/>
            <a:chOff x="1209150" y="2242475"/>
            <a:chExt cx="1258500" cy="902350"/>
          </a:xfrm>
        </p:grpSpPr>
        <p:sp>
          <p:nvSpPr>
            <p:cNvPr id="1956" name="Google Shape;1956;p46"/>
            <p:cNvSpPr/>
            <p:nvPr/>
          </p:nvSpPr>
          <p:spPr>
            <a:xfrm>
              <a:off x="1230200" y="2242475"/>
              <a:ext cx="411300" cy="81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8E7C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46"/>
            <p:cNvSpPr/>
            <p:nvPr/>
          </p:nvSpPr>
          <p:spPr>
            <a:xfrm>
              <a:off x="1209150" y="2318025"/>
              <a:ext cx="1258500" cy="826800"/>
            </a:xfrm>
            <a:prstGeom prst="roundRect">
              <a:avLst>
                <a:gd name="adj" fmla="val 5261"/>
              </a:avLst>
            </a:prstGeom>
            <a:solidFill>
              <a:srgbClr val="8E7C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58" name="Google Shape;1958;p46"/>
            <p:cNvCxnSpPr/>
            <p:nvPr/>
          </p:nvCxnSpPr>
          <p:spPr>
            <a:xfrm>
              <a:off x="1209990" y="3091250"/>
              <a:ext cx="1256700" cy="0"/>
            </a:xfrm>
            <a:prstGeom prst="straightConnector1">
              <a:avLst/>
            </a:prstGeom>
            <a:noFill/>
            <a:ln w="9525" cap="flat" cmpd="sng">
              <a:solidFill>
                <a:srgbClr val="674EA7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</p:cxnSp>
      </p:grpSp>
      <p:grpSp>
        <p:nvGrpSpPr>
          <p:cNvPr id="1959" name="Google Shape;1959;p46"/>
          <p:cNvGrpSpPr/>
          <p:nvPr/>
        </p:nvGrpSpPr>
        <p:grpSpPr>
          <a:xfrm>
            <a:off x="2240009" y="1921062"/>
            <a:ext cx="750947" cy="622531"/>
            <a:chOff x="1209150" y="2242475"/>
            <a:chExt cx="1258500" cy="902350"/>
          </a:xfrm>
        </p:grpSpPr>
        <p:sp>
          <p:nvSpPr>
            <p:cNvPr id="1960" name="Google Shape;1960;p46"/>
            <p:cNvSpPr/>
            <p:nvPr/>
          </p:nvSpPr>
          <p:spPr>
            <a:xfrm>
              <a:off x="1230200" y="2242475"/>
              <a:ext cx="411300" cy="81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0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46"/>
            <p:cNvSpPr/>
            <p:nvPr/>
          </p:nvSpPr>
          <p:spPr>
            <a:xfrm>
              <a:off x="1209150" y="2318025"/>
              <a:ext cx="1258500" cy="826800"/>
            </a:xfrm>
            <a:prstGeom prst="roundRect">
              <a:avLst>
                <a:gd name="adj" fmla="val 5261"/>
              </a:avLst>
            </a:prstGeom>
            <a:solidFill>
              <a:srgbClr val="E0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62" name="Google Shape;1962;p46"/>
            <p:cNvCxnSpPr/>
            <p:nvPr/>
          </p:nvCxnSpPr>
          <p:spPr>
            <a:xfrm>
              <a:off x="1209990" y="3091250"/>
              <a:ext cx="1256700" cy="0"/>
            </a:xfrm>
            <a:prstGeom prst="straightConnector1">
              <a:avLst/>
            </a:prstGeom>
            <a:noFill/>
            <a:ln w="9525" cap="flat" cmpd="sng">
              <a:solidFill>
                <a:srgbClr val="E06666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</p:cxnSp>
      </p:grpSp>
      <p:sp>
        <p:nvSpPr>
          <p:cNvPr id="1963" name="Google Shape;1963;p46"/>
          <p:cNvSpPr txBox="1"/>
          <p:nvPr/>
        </p:nvSpPr>
        <p:spPr>
          <a:xfrm>
            <a:off x="3849538" y="2612175"/>
            <a:ext cx="1408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Data preprocessing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964" name="Google Shape;1964;p46"/>
          <p:cNvGrpSpPr/>
          <p:nvPr/>
        </p:nvGrpSpPr>
        <p:grpSpPr>
          <a:xfrm>
            <a:off x="4178484" y="1921062"/>
            <a:ext cx="750947" cy="622531"/>
            <a:chOff x="1209150" y="2242475"/>
            <a:chExt cx="1258500" cy="902350"/>
          </a:xfrm>
        </p:grpSpPr>
        <p:sp>
          <p:nvSpPr>
            <p:cNvPr id="1965" name="Google Shape;1965;p46"/>
            <p:cNvSpPr/>
            <p:nvPr/>
          </p:nvSpPr>
          <p:spPr>
            <a:xfrm>
              <a:off x="1230200" y="2242475"/>
              <a:ext cx="411300" cy="81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6AA84F"/>
            </a:solidFill>
            <a:ln w="9525" cap="flat" cmpd="sng">
              <a:solidFill>
                <a:srgbClr val="6AA8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46"/>
            <p:cNvSpPr/>
            <p:nvPr/>
          </p:nvSpPr>
          <p:spPr>
            <a:xfrm>
              <a:off x="1209150" y="2318025"/>
              <a:ext cx="1258500" cy="826800"/>
            </a:xfrm>
            <a:prstGeom prst="roundRect">
              <a:avLst>
                <a:gd name="adj" fmla="val 5261"/>
              </a:avLst>
            </a:prstGeom>
            <a:solidFill>
              <a:srgbClr val="6AA84F"/>
            </a:solidFill>
            <a:ln w="9525" cap="flat" cmpd="sng">
              <a:solidFill>
                <a:srgbClr val="6AA8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67" name="Google Shape;1967;p46"/>
            <p:cNvCxnSpPr/>
            <p:nvPr/>
          </p:nvCxnSpPr>
          <p:spPr>
            <a:xfrm>
              <a:off x="1209990" y="3091250"/>
              <a:ext cx="1256700" cy="0"/>
            </a:xfrm>
            <a:prstGeom prst="straightConnector1">
              <a:avLst/>
            </a:prstGeom>
            <a:noFill/>
            <a:ln w="9525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</p:cxnSp>
      </p:grpSp>
      <p:sp>
        <p:nvSpPr>
          <p:cNvPr id="1968" name="Google Shape;1968;p46"/>
          <p:cNvSpPr txBox="1"/>
          <p:nvPr/>
        </p:nvSpPr>
        <p:spPr>
          <a:xfrm>
            <a:off x="5780488" y="2612175"/>
            <a:ext cx="1408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Построение моделей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969" name="Google Shape;1969;p46"/>
          <p:cNvGrpSpPr/>
          <p:nvPr/>
        </p:nvGrpSpPr>
        <p:grpSpPr>
          <a:xfrm>
            <a:off x="6109434" y="1921062"/>
            <a:ext cx="750947" cy="622531"/>
            <a:chOff x="1209150" y="2242475"/>
            <a:chExt cx="1258500" cy="902350"/>
          </a:xfrm>
        </p:grpSpPr>
        <p:sp>
          <p:nvSpPr>
            <p:cNvPr id="1970" name="Google Shape;1970;p46"/>
            <p:cNvSpPr/>
            <p:nvPr/>
          </p:nvSpPr>
          <p:spPr>
            <a:xfrm>
              <a:off x="1230200" y="2242475"/>
              <a:ext cx="411300" cy="81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3C78D8"/>
            </a:solidFill>
            <a:ln w="9525" cap="flat" cmpd="sng">
              <a:solidFill>
                <a:srgbClr val="3C7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46"/>
            <p:cNvSpPr/>
            <p:nvPr/>
          </p:nvSpPr>
          <p:spPr>
            <a:xfrm>
              <a:off x="1209150" y="2318025"/>
              <a:ext cx="1258500" cy="826800"/>
            </a:xfrm>
            <a:prstGeom prst="roundRect">
              <a:avLst>
                <a:gd name="adj" fmla="val 5261"/>
              </a:avLst>
            </a:prstGeom>
            <a:solidFill>
              <a:srgbClr val="3C78D8"/>
            </a:solidFill>
            <a:ln w="9525" cap="flat" cmpd="sng">
              <a:solidFill>
                <a:srgbClr val="3C7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72" name="Google Shape;1972;p46"/>
            <p:cNvCxnSpPr/>
            <p:nvPr/>
          </p:nvCxnSpPr>
          <p:spPr>
            <a:xfrm>
              <a:off x="1209990" y="3091250"/>
              <a:ext cx="1256700" cy="0"/>
            </a:xfrm>
            <a:prstGeom prst="straightConnector1">
              <a:avLst/>
            </a:pr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p47"/>
          <p:cNvSpPr/>
          <p:nvPr/>
        </p:nvSpPr>
        <p:spPr>
          <a:xfrm>
            <a:off x="364825" y="1284900"/>
            <a:ext cx="7624500" cy="36087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78" name="Google Shape;1978;p47"/>
          <p:cNvGrpSpPr/>
          <p:nvPr/>
        </p:nvGrpSpPr>
        <p:grpSpPr>
          <a:xfrm>
            <a:off x="531473" y="1415143"/>
            <a:ext cx="599900" cy="141499"/>
            <a:chOff x="411700" y="2416840"/>
            <a:chExt cx="277873" cy="68400"/>
          </a:xfrm>
        </p:grpSpPr>
        <p:sp>
          <p:nvSpPr>
            <p:cNvPr id="1979" name="Google Shape;1979;p4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4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4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2" name="Google Shape;1982;p47"/>
          <p:cNvSpPr txBox="1">
            <a:spLocks noGrp="1"/>
          </p:cNvSpPr>
          <p:nvPr>
            <p:ph type="subTitle" idx="4"/>
          </p:nvPr>
        </p:nvSpPr>
        <p:spPr>
          <a:xfrm>
            <a:off x="610225" y="1881800"/>
            <a:ext cx="7133700" cy="23082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arenR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Выявить типы коммуникаций, которые больше всего способствуют возобновлению просроченных платежей</a:t>
            </a:r>
            <a:endParaRPr lang="ru-RU" sz="15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arenR"/>
            </a:pPr>
            <a:endParaRPr lang="ru-RU" sz="15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arenR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Построить модель, которая способна “предсказать” исход коммуникаций</a:t>
            </a:r>
            <a:endParaRPr lang="ru-RU" sz="15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arenR"/>
            </a:pPr>
            <a:endParaRPr lang="ru-RU" sz="15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arenR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Оценить эффективность построенных моделей для различных категорий клиентов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47"/>
          <p:cNvSpPr txBox="1">
            <a:spLocks noGrp="1"/>
          </p:cNvSpPr>
          <p:nvPr>
            <p:ph type="title"/>
          </p:nvPr>
        </p:nvSpPr>
        <p:spPr>
          <a:xfrm>
            <a:off x="225275" y="391500"/>
            <a:ext cx="7556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Цели проекта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48"/>
          <p:cNvSpPr txBox="1">
            <a:spLocks noGrp="1"/>
          </p:cNvSpPr>
          <p:nvPr>
            <p:ph type="title"/>
          </p:nvPr>
        </p:nvSpPr>
        <p:spPr>
          <a:xfrm>
            <a:off x="209775" y="168391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Exploratory Data Analysis</a:t>
            </a:r>
            <a:endParaRPr dirty="0"/>
          </a:p>
        </p:txBody>
      </p:sp>
      <p:pic>
        <p:nvPicPr>
          <p:cNvPr id="1989" name="Google Shape;198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525" y="2049625"/>
            <a:ext cx="8746952" cy="273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0" name="Google Shape;1990;p48"/>
          <p:cNvPicPr preferRelativeResize="0"/>
          <p:nvPr/>
        </p:nvPicPr>
        <p:blipFill rotWithShape="1">
          <a:blip r:embed="rId4">
            <a:alphaModFix/>
          </a:blip>
          <a:srcRect r="80947"/>
          <a:stretch/>
        </p:blipFill>
        <p:spPr>
          <a:xfrm>
            <a:off x="209775" y="1211875"/>
            <a:ext cx="2878198" cy="57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1" name="Google Shape;1991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3400" y="1211875"/>
            <a:ext cx="1462875" cy="57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p49"/>
          <p:cNvSpPr txBox="1">
            <a:spLocks noGrp="1"/>
          </p:cNvSpPr>
          <p:nvPr>
            <p:ph type="title"/>
          </p:nvPr>
        </p:nvSpPr>
        <p:spPr>
          <a:xfrm>
            <a:off x="237625" y="171975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Exploratory Data Analysis</a:t>
            </a:r>
            <a:endParaRPr dirty="0"/>
          </a:p>
        </p:txBody>
      </p:sp>
      <p:pic>
        <p:nvPicPr>
          <p:cNvPr id="1997" name="Google Shape;1997;p49"/>
          <p:cNvPicPr preferRelativeResize="0"/>
          <p:nvPr/>
        </p:nvPicPr>
        <p:blipFill rotWithShape="1">
          <a:blip r:embed="rId3">
            <a:alphaModFix/>
          </a:blip>
          <a:srcRect l="-6300" t="-3220" r="6300" b="3220"/>
          <a:stretch/>
        </p:blipFill>
        <p:spPr>
          <a:xfrm>
            <a:off x="237625" y="1561600"/>
            <a:ext cx="1802094" cy="100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8" name="Google Shape;199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6350" y="1765050"/>
            <a:ext cx="4811923" cy="3128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9" name="Google Shape;1999;p49"/>
          <p:cNvCxnSpPr/>
          <p:nvPr/>
        </p:nvCxnSpPr>
        <p:spPr>
          <a:xfrm flipH="1">
            <a:off x="3115100" y="1817175"/>
            <a:ext cx="7800" cy="3123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00" name="Google Shape;2000;p49"/>
          <p:cNvCxnSpPr/>
          <p:nvPr/>
        </p:nvCxnSpPr>
        <p:spPr>
          <a:xfrm>
            <a:off x="3288263" y="1548100"/>
            <a:ext cx="5011200" cy="13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01" name="Google Shape;2001;p49"/>
          <p:cNvSpPr txBox="1"/>
          <p:nvPr/>
        </p:nvSpPr>
        <p:spPr>
          <a:xfrm>
            <a:off x="1216600" y="3266325"/>
            <a:ext cx="223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769582 записей</a:t>
            </a:r>
            <a:endParaRPr sz="1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02" name="Google Shape;2002;p49"/>
          <p:cNvSpPr txBox="1"/>
          <p:nvPr/>
        </p:nvSpPr>
        <p:spPr>
          <a:xfrm>
            <a:off x="4297025" y="1144150"/>
            <a:ext cx="2993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78 параметров (features)</a:t>
            </a:r>
            <a:endParaRPr sz="18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50"/>
          <p:cNvSpPr txBox="1">
            <a:spLocks noGrp="1"/>
          </p:cNvSpPr>
          <p:nvPr>
            <p:ph type="title"/>
          </p:nvPr>
        </p:nvSpPr>
        <p:spPr>
          <a:xfrm>
            <a:off x="237625" y="143100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2008" name="Google Shape;2008;p50"/>
          <p:cNvSpPr/>
          <p:nvPr/>
        </p:nvSpPr>
        <p:spPr>
          <a:xfrm>
            <a:off x="424975" y="1284900"/>
            <a:ext cx="7624500" cy="36087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09" name="Google Shape;2009;p50"/>
          <p:cNvGrpSpPr/>
          <p:nvPr/>
        </p:nvGrpSpPr>
        <p:grpSpPr>
          <a:xfrm>
            <a:off x="601223" y="1415143"/>
            <a:ext cx="599900" cy="141499"/>
            <a:chOff x="411700" y="2416840"/>
            <a:chExt cx="277873" cy="68400"/>
          </a:xfrm>
        </p:grpSpPr>
        <p:sp>
          <p:nvSpPr>
            <p:cNvPr id="2010" name="Google Shape;2010;p5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5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5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13" name="Google Shape;2013;p50"/>
          <p:cNvSpPr txBox="1"/>
          <p:nvPr/>
        </p:nvSpPr>
        <p:spPr>
          <a:xfrm>
            <a:off x="663200" y="1631975"/>
            <a:ext cx="63885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В нашей таблице содержится большое кол-во параметров: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Чье влияние на вероятность выплаты просроченных платежей минимально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Которые напрямую коррелируют с другими параметрами 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Которые остаются неизменными практически для всех записей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Которые не имеют смысла/внятной интерпретации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14" name="Google Shape;2014;p50"/>
          <p:cNvSpPr txBox="1"/>
          <p:nvPr/>
        </p:nvSpPr>
        <p:spPr>
          <a:xfrm>
            <a:off x="616725" y="3284650"/>
            <a:ext cx="72720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Например: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currency (только 15 записей из 760000 в иностранной валюте)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attr__branch_product_name__categorial (напрямую коррелирует с attr__city__categorical)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customer_id, row_num, ip_code …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sign_ref 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51"/>
          <p:cNvSpPr txBox="1">
            <a:spLocks noGrp="1"/>
          </p:cNvSpPr>
          <p:nvPr>
            <p:ph type="title"/>
          </p:nvPr>
        </p:nvSpPr>
        <p:spPr>
          <a:xfrm>
            <a:off x="237625" y="143100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preprocessing</a:t>
            </a:r>
            <a:endParaRPr dirty="0"/>
          </a:p>
        </p:txBody>
      </p:sp>
      <p:sp>
        <p:nvSpPr>
          <p:cNvPr id="2020" name="Google Shape;2020;p51"/>
          <p:cNvSpPr/>
          <p:nvPr/>
        </p:nvSpPr>
        <p:spPr>
          <a:xfrm>
            <a:off x="424975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1" name="Google Shape;2021;p51"/>
          <p:cNvGrpSpPr/>
          <p:nvPr/>
        </p:nvGrpSpPr>
        <p:grpSpPr>
          <a:xfrm>
            <a:off x="601223" y="1415143"/>
            <a:ext cx="599900" cy="141499"/>
            <a:chOff x="411700" y="2416840"/>
            <a:chExt cx="277873" cy="68400"/>
          </a:xfrm>
        </p:grpSpPr>
        <p:sp>
          <p:nvSpPr>
            <p:cNvPr id="2022" name="Google Shape;2022;p5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5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5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25" name="Google Shape;2025;p51"/>
          <p:cNvSpPr txBox="1"/>
          <p:nvPr/>
        </p:nvSpPr>
        <p:spPr>
          <a:xfrm>
            <a:off x="663200" y="1693975"/>
            <a:ext cx="638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26" name="Google Shape;2026;p51"/>
          <p:cNvSpPr txBox="1"/>
          <p:nvPr/>
        </p:nvSpPr>
        <p:spPr>
          <a:xfrm>
            <a:off x="815600" y="1784375"/>
            <a:ext cx="638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По итогу, мы оставили следующие параметры: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027" name="Google Shape;2027;p51" title="Screenshot 2025-03-13 at 22.47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600" y="2184563"/>
            <a:ext cx="6959449" cy="9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8" name="Google Shape;2028;p51"/>
          <p:cNvSpPr txBox="1"/>
          <p:nvPr/>
        </p:nvSpPr>
        <p:spPr>
          <a:xfrm>
            <a:off x="815600" y="3254700"/>
            <a:ext cx="6959449" cy="969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Итого: 19 параметров</a:t>
            </a:r>
            <a:endParaRPr sz="18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Оставили только те договоры, у которых была хотя бы одна просрочка (delay_count_main ≠ 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52"/>
          <p:cNvSpPr txBox="1">
            <a:spLocks noGrp="1"/>
          </p:cNvSpPr>
          <p:nvPr>
            <p:ph type="title"/>
          </p:nvPr>
        </p:nvSpPr>
        <p:spPr>
          <a:xfrm>
            <a:off x="251479" y="142475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preprocessing</a:t>
            </a:r>
            <a:endParaRPr dirty="0"/>
          </a:p>
        </p:txBody>
      </p:sp>
      <p:sp>
        <p:nvSpPr>
          <p:cNvPr id="2034" name="Google Shape;2034;p52"/>
          <p:cNvSpPr/>
          <p:nvPr/>
        </p:nvSpPr>
        <p:spPr>
          <a:xfrm>
            <a:off x="424975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5" name="Google Shape;2035;p52"/>
          <p:cNvGrpSpPr/>
          <p:nvPr/>
        </p:nvGrpSpPr>
        <p:grpSpPr>
          <a:xfrm>
            <a:off x="601223" y="1415143"/>
            <a:ext cx="599900" cy="141499"/>
            <a:chOff x="411700" y="2416840"/>
            <a:chExt cx="277873" cy="68400"/>
          </a:xfrm>
        </p:grpSpPr>
        <p:sp>
          <p:nvSpPr>
            <p:cNvPr id="2036" name="Google Shape;2036;p5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5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5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9" name="Google Shape;2039;p52"/>
          <p:cNvSpPr txBox="1"/>
          <p:nvPr/>
        </p:nvSpPr>
        <p:spPr>
          <a:xfrm>
            <a:off x="663200" y="1631975"/>
            <a:ext cx="6843300" cy="3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Заполняем пустые ячейки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Используя данные из смежных параметров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delay_count_main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next_payment_date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Удаляем ряды, где пусты все 3 ключевых параметра (меньшинство)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Вероятностное заполнение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attr_gender_categorical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attr_city_categorical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Замещение медианой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attr_age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attr_chld_cnt (-1 и выбросы ≥ 10 → пропуск)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* Смотрим распределение параметров для каждого отдельного договора (contract_number)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p53"/>
          <p:cNvSpPr txBox="1">
            <a:spLocks noGrp="1"/>
          </p:cNvSpPr>
          <p:nvPr>
            <p:ph type="title"/>
          </p:nvPr>
        </p:nvSpPr>
        <p:spPr>
          <a:xfrm>
            <a:off x="237625" y="150850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preprocessing</a:t>
            </a:r>
            <a:endParaRPr dirty="0"/>
          </a:p>
        </p:txBody>
      </p:sp>
      <p:sp>
        <p:nvSpPr>
          <p:cNvPr id="2045" name="Google Shape;2045;p53"/>
          <p:cNvSpPr/>
          <p:nvPr/>
        </p:nvSpPr>
        <p:spPr>
          <a:xfrm>
            <a:off x="424975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46" name="Google Shape;2046;p53"/>
          <p:cNvGrpSpPr/>
          <p:nvPr/>
        </p:nvGrpSpPr>
        <p:grpSpPr>
          <a:xfrm>
            <a:off x="601223" y="1415143"/>
            <a:ext cx="599900" cy="141499"/>
            <a:chOff x="411700" y="2416840"/>
            <a:chExt cx="277873" cy="68400"/>
          </a:xfrm>
        </p:grpSpPr>
        <p:sp>
          <p:nvSpPr>
            <p:cNvPr id="2047" name="Google Shape;2047;p5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5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5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Google Shape;2050;p53" title="Screenshot 2025-03-14 at 11.40.13.png"/>
          <p:cNvPicPr preferRelativeResize="0"/>
          <p:nvPr/>
        </p:nvPicPr>
        <p:blipFill rotWithShape="1">
          <a:blip r:embed="rId3">
            <a:alphaModFix/>
          </a:blip>
          <a:srcRect l="1321" r="1516"/>
          <a:stretch/>
        </p:blipFill>
        <p:spPr>
          <a:xfrm>
            <a:off x="633800" y="1893850"/>
            <a:ext cx="3301851" cy="262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1" name="Google Shape;2051;p53" title="Screenshot 2025-03-14 at 11.56.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5800" y="1893850"/>
            <a:ext cx="4617226" cy="461050"/>
          </a:xfrm>
          <a:prstGeom prst="rect">
            <a:avLst/>
          </a:prstGeom>
          <a:noFill/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</p:pic>
      <p:sp>
        <p:nvSpPr>
          <p:cNvPr id="2052" name="Google Shape;2052;p53"/>
          <p:cNvSpPr txBox="1"/>
          <p:nvPr/>
        </p:nvSpPr>
        <p:spPr>
          <a:xfrm>
            <a:off x="3965800" y="2571750"/>
            <a:ext cx="4315647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Заполняем возраст значением медианы</a:t>
            </a:r>
            <a:r>
              <a:rPr lang="ru-RU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т.к. его значение имеет ненормальное распределение.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53" name="Google Shape;2053;p53"/>
          <p:cNvSpPr txBox="1"/>
          <p:nvPr/>
        </p:nvSpPr>
        <p:spPr>
          <a:xfrm>
            <a:off x="1394450" y="1371600"/>
            <a:ext cx="684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ПРИМЕР</a:t>
            </a:r>
            <a:endParaRPr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54"/>
          <p:cNvSpPr txBox="1">
            <a:spLocks noGrp="1"/>
          </p:cNvSpPr>
          <p:nvPr>
            <p:ph type="title"/>
          </p:nvPr>
        </p:nvSpPr>
        <p:spPr>
          <a:xfrm>
            <a:off x="237625" y="150850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2059" name="Google Shape;2059;p54"/>
          <p:cNvSpPr/>
          <p:nvPr/>
        </p:nvSpPr>
        <p:spPr>
          <a:xfrm>
            <a:off x="424975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0" name="Google Shape;2060;p54"/>
          <p:cNvGrpSpPr/>
          <p:nvPr/>
        </p:nvGrpSpPr>
        <p:grpSpPr>
          <a:xfrm>
            <a:off x="601223" y="1415143"/>
            <a:ext cx="599900" cy="141499"/>
            <a:chOff x="411700" y="2416840"/>
            <a:chExt cx="277873" cy="68400"/>
          </a:xfrm>
        </p:grpSpPr>
        <p:sp>
          <p:nvSpPr>
            <p:cNvPr id="2061" name="Google Shape;2061;p5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5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5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64" name="Google Shape;2064;p54" title="Screenshot 2025-03-14 at 11.42.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0400" y="2109225"/>
            <a:ext cx="1060375" cy="2520174"/>
          </a:xfrm>
          <a:prstGeom prst="rect">
            <a:avLst/>
          </a:prstGeom>
          <a:noFill/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</p:pic>
      <p:pic>
        <p:nvPicPr>
          <p:cNvPr id="2065" name="Google Shape;2065;p54" title="Screenshot 2025-03-14 at 11.58.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900" y="2109237"/>
            <a:ext cx="5802823" cy="257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6" name="Google Shape;2066;p54"/>
          <p:cNvSpPr txBox="1"/>
          <p:nvPr/>
        </p:nvSpPr>
        <p:spPr>
          <a:xfrm>
            <a:off x="1394450" y="1371600"/>
            <a:ext cx="684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ПРИМЕР (gender, city)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7" name="Google Shape;2067;p54"/>
          <p:cNvSpPr txBox="1"/>
          <p:nvPr/>
        </p:nvSpPr>
        <p:spPr>
          <a:xfrm>
            <a:off x="6053725" y="1400000"/>
            <a:ext cx="2529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Параметр ‘attr_chld_cnt’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-1 и выбросы ≥ 10 → пропуск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55"/>
          <p:cNvSpPr txBox="1">
            <a:spLocks noGrp="1"/>
          </p:cNvSpPr>
          <p:nvPr>
            <p:ph type="title"/>
          </p:nvPr>
        </p:nvSpPr>
        <p:spPr>
          <a:xfrm>
            <a:off x="237625" y="150850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2073" name="Google Shape;2073;p55"/>
          <p:cNvSpPr/>
          <p:nvPr/>
        </p:nvSpPr>
        <p:spPr>
          <a:xfrm>
            <a:off x="424975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74" name="Google Shape;2074;p55"/>
          <p:cNvGrpSpPr/>
          <p:nvPr/>
        </p:nvGrpSpPr>
        <p:grpSpPr>
          <a:xfrm>
            <a:off x="601223" y="1415143"/>
            <a:ext cx="599900" cy="141499"/>
            <a:chOff x="411700" y="2416840"/>
            <a:chExt cx="277873" cy="68400"/>
          </a:xfrm>
        </p:grpSpPr>
        <p:sp>
          <p:nvSpPr>
            <p:cNvPr id="2075" name="Google Shape;2075;p5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5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5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8" name="Google Shape;2078;p55"/>
          <p:cNvSpPr txBox="1"/>
          <p:nvPr/>
        </p:nvSpPr>
        <p:spPr>
          <a:xfrm>
            <a:off x="600550" y="1690175"/>
            <a:ext cx="647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Сортировка датасета по параметрам ‘contract_number’, ‘comm_date’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079" name="Google Shape;2079;p55" title="Screenshot 2025-03-14 at 13.42.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550" y="2223902"/>
            <a:ext cx="7942900" cy="70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6">
          <a:extLst>
            <a:ext uri="{FF2B5EF4-FFF2-40B4-BE49-F238E27FC236}">
              <a16:creationId xmlns:a16="http://schemas.microsoft.com/office/drawing/2014/main" id="{A07797A3-CCC4-0C27-7E0D-BE91A75A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62">
            <a:extLst>
              <a:ext uri="{FF2B5EF4-FFF2-40B4-BE49-F238E27FC236}">
                <a16:creationId xmlns:a16="http://schemas.microsoft.com/office/drawing/2014/main" id="{1B4582DD-4523-7962-142B-ABD7444E14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729" y="310217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Выбор целевой метрики</a:t>
            </a:r>
            <a:endParaRPr dirty="0"/>
          </a:p>
        </p:txBody>
      </p:sp>
      <p:sp>
        <p:nvSpPr>
          <p:cNvPr id="2158" name="Google Shape;2158;p62">
            <a:extLst>
              <a:ext uri="{FF2B5EF4-FFF2-40B4-BE49-F238E27FC236}">
                <a16:creationId xmlns:a16="http://schemas.microsoft.com/office/drawing/2014/main" id="{30B55DCF-2739-1F9A-2DC9-CB087FBA9FAE}"/>
              </a:ext>
            </a:extLst>
          </p:cNvPr>
          <p:cNvSpPr/>
          <p:nvPr/>
        </p:nvSpPr>
        <p:spPr>
          <a:xfrm>
            <a:off x="424975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9" name="Google Shape;2159;p62">
            <a:extLst>
              <a:ext uri="{FF2B5EF4-FFF2-40B4-BE49-F238E27FC236}">
                <a16:creationId xmlns:a16="http://schemas.microsoft.com/office/drawing/2014/main" id="{30F74B30-37C5-2F8C-0BCC-23737EDC1174}"/>
              </a:ext>
            </a:extLst>
          </p:cNvPr>
          <p:cNvGrpSpPr/>
          <p:nvPr/>
        </p:nvGrpSpPr>
        <p:grpSpPr>
          <a:xfrm>
            <a:off x="601223" y="1415143"/>
            <a:ext cx="599900" cy="141499"/>
            <a:chOff x="411700" y="2416840"/>
            <a:chExt cx="277873" cy="68400"/>
          </a:xfrm>
        </p:grpSpPr>
        <p:sp>
          <p:nvSpPr>
            <p:cNvPr id="2160" name="Google Shape;2160;p62">
              <a:extLst>
                <a:ext uri="{FF2B5EF4-FFF2-40B4-BE49-F238E27FC236}">
                  <a16:creationId xmlns:a16="http://schemas.microsoft.com/office/drawing/2014/main" id="{CE65FE1F-CC0B-6865-E1E5-80E78AAE774F}"/>
                </a:ext>
              </a:extLst>
            </p:cNvPr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62">
              <a:extLst>
                <a:ext uri="{FF2B5EF4-FFF2-40B4-BE49-F238E27FC236}">
                  <a16:creationId xmlns:a16="http://schemas.microsoft.com/office/drawing/2014/main" id="{FDCE3168-8301-9412-D1F0-92ACCB658F62}"/>
                </a:ext>
              </a:extLst>
            </p:cNvPr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62">
              <a:extLst>
                <a:ext uri="{FF2B5EF4-FFF2-40B4-BE49-F238E27FC236}">
                  <a16:creationId xmlns:a16="http://schemas.microsoft.com/office/drawing/2014/main" id="{3BF85C62-28FB-C15F-7D6C-2D849E26B97A}"/>
                </a:ext>
              </a:extLst>
            </p:cNvPr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090;p56">
            <a:extLst>
              <a:ext uri="{FF2B5EF4-FFF2-40B4-BE49-F238E27FC236}">
                <a16:creationId xmlns:a16="http://schemas.microsoft.com/office/drawing/2014/main" id="{14A24FEA-9166-5744-87E1-EB58429ED339}"/>
              </a:ext>
            </a:extLst>
          </p:cNvPr>
          <p:cNvSpPr txBox="1"/>
          <p:nvPr/>
        </p:nvSpPr>
        <p:spPr>
          <a:xfrm>
            <a:off x="767175" y="1700950"/>
            <a:ext cx="7260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AutoNum type="arabicParenR"/>
            </a:pPr>
            <a:r>
              <a:rPr lang="en" sz="15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Создаем новый параметр ‘is_reduced’</a:t>
            </a:r>
            <a:endParaRPr sz="15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AutoNum type="alphaLcParenR"/>
            </a:pPr>
            <a:r>
              <a:rPr lang="en" sz="15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Задолженность снизилась? → ‘is_reduced’ = 1</a:t>
            </a:r>
            <a:endParaRPr sz="15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AutoNum type="alphaLcParenR"/>
            </a:pPr>
            <a:r>
              <a:rPr lang="en" sz="15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В противном случае → ‘is_reduced’ = 0</a:t>
            </a:r>
            <a:endParaRPr sz="15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" name="Google Shape;2091;p56">
            <a:extLst>
              <a:ext uri="{FF2B5EF4-FFF2-40B4-BE49-F238E27FC236}">
                <a16:creationId xmlns:a16="http://schemas.microsoft.com/office/drawing/2014/main" id="{5F291B98-2B96-2820-C83B-4AE4009728B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7475" y="2752975"/>
            <a:ext cx="5491701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092;p56">
            <a:extLst>
              <a:ext uri="{FF2B5EF4-FFF2-40B4-BE49-F238E27FC236}">
                <a16:creationId xmlns:a16="http://schemas.microsoft.com/office/drawing/2014/main" id="{27FB7A17-A1A4-0366-EA74-55D114A4D713}"/>
              </a:ext>
            </a:extLst>
          </p:cNvPr>
          <p:cNvSpPr txBox="1"/>
          <p:nvPr/>
        </p:nvSpPr>
        <p:spPr>
          <a:xfrm>
            <a:off x="3172525" y="3749250"/>
            <a:ext cx="52416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* В данном случае, после уведомления 3, задолженность</a:t>
            </a:r>
            <a:endParaRPr sz="15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снизилась на 5000 тг.</a:t>
            </a:r>
            <a:endParaRPr sz="15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1" name="Google Shape;2093;p56">
            <a:extLst>
              <a:ext uri="{FF2B5EF4-FFF2-40B4-BE49-F238E27FC236}">
                <a16:creationId xmlns:a16="http://schemas.microsoft.com/office/drawing/2014/main" id="{6DF3F97A-810E-8A52-CA5A-0C7C3207EEE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950" y="2643750"/>
            <a:ext cx="2051900" cy="2031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6166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6">
          <a:extLst>
            <a:ext uri="{FF2B5EF4-FFF2-40B4-BE49-F238E27FC236}">
              <a16:creationId xmlns:a16="http://schemas.microsoft.com/office/drawing/2014/main" id="{62A43D63-32A8-82D0-5792-5B5F1CDB6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62">
            <a:extLst>
              <a:ext uri="{FF2B5EF4-FFF2-40B4-BE49-F238E27FC236}">
                <a16:creationId xmlns:a16="http://schemas.microsoft.com/office/drawing/2014/main" id="{4A21862B-0212-7AA5-3A93-334487A502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729" y="310217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Выбор целевой метрики</a:t>
            </a:r>
            <a:endParaRPr dirty="0"/>
          </a:p>
        </p:txBody>
      </p:sp>
      <p:sp>
        <p:nvSpPr>
          <p:cNvPr id="2158" name="Google Shape;2158;p62">
            <a:extLst>
              <a:ext uri="{FF2B5EF4-FFF2-40B4-BE49-F238E27FC236}">
                <a16:creationId xmlns:a16="http://schemas.microsoft.com/office/drawing/2014/main" id="{C2917882-FA32-52D9-D335-859C34BF2E56}"/>
              </a:ext>
            </a:extLst>
          </p:cNvPr>
          <p:cNvSpPr/>
          <p:nvPr/>
        </p:nvSpPr>
        <p:spPr>
          <a:xfrm>
            <a:off x="424975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9" name="Google Shape;2159;p62">
            <a:extLst>
              <a:ext uri="{FF2B5EF4-FFF2-40B4-BE49-F238E27FC236}">
                <a16:creationId xmlns:a16="http://schemas.microsoft.com/office/drawing/2014/main" id="{9624063B-9282-5156-E294-0789F6C7B4F7}"/>
              </a:ext>
            </a:extLst>
          </p:cNvPr>
          <p:cNvGrpSpPr/>
          <p:nvPr/>
        </p:nvGrpSpPr>
        <p:grpSpPr>
          <a:xfrm>
            <a:off x="601223" y="1415143"/>
            <a:ext cx="599900" cy="141499"/>
            <a:chOff x="411700" y="2416840"/>
            <a:chExt cx="277873" cy="68400"/>
          </a:xfrm>
        </p:grpSpPr>
        <p:sp>
          <p:nvSpPr>
            <p:cNvPr id="2160" name="Google Shape;2160;p62">
              <a:extLst>
                <a:ext uri="{FF2B5EF4-FFF2-40B4-BE49-F238E27FC236}">
                  <a16:creationId xmlns:a16="http://schemas.microsoft.com/office/drawing/2014/main" id="{26A1EBA8-1E17-22E9-AFCC-5414E06C3B6E}"/>
                </a:ext>
              </a:extLst>
            </p:cNvPr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62">
              <a:extLst>
                <a:ext uri="{FF2B5EF4-FFF2-40B4-BE49-F238E27FC236}">
                  <a16:creationId xmlns:a16="http://schemas.microsoft.com/office/drawing/2014/main" id="{8A79C5F6-55B0-24DA-BC21-82B3EA2D0CE3}"/>
                </a:ext>
              </a:extLst>
            </p:cNvPr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62">
              <a:extLst>
                <a:ext uri="{FF2B5EF4-FFF2-40B4-BE49-F238E27FC236}">
                  <a16:creationId xmlns:a16="http://schemas.microsoft.com/office/drawing/2014/main" id="{54A646B3-B409-4607-B8D6-3F877A71424C}"/>
                </a:ext>
              </a:extLst>
            </p:cNvPr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104;p57">
            <a:extLst>
              <a:ext uri="{FF2B5EF4-FFF2-40B4-BE49-F238E27FC236}">
                <a16:creationId xmlns:a16="http://schemas.microsoft.com/office/drawing/2014/main" id="{51CD6431-A7A3-9C6C-C949-12693489D8B3}"/>
              </a:ext>
            </a:extLst>
          </p:cNvPr>
          <p:cNvSpPr txBox="1"/>
          <p:nvPr/>
        </p:nvSpPr>
        <p:spPr>
          <a:xfrm>
            <a:off x="601225" y="1644650"/>
            <a:ext cx="3534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Параметр ‘is_reduced’</a:t>
            </a:r>
            <a:endParaRPr sz="1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" name="Google Shape;2105;p57" title="Screenshot 2025-03-14 at 01.16.48.png">
            <a:extLst>
              <a:ext uri="{FF2B5EF4-FFF2-40B4-BE49-F238E27FC236}">
                <a16:creationId xmlns:a16="http://schemas.microsoft.com/office/drawing/2014/main" id="{0F756339-5AAF-3CC2-B39A-010436E6DB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401" y="2150702"/>
            <a:ext cx="6922450" cy="527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6279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6">
          <a:extLst>
            <a:ext uri="{FF2B5EF4-FFF2-40B4-BE49-F238E27FC236}">
              <a16:creationId xmlns:a16="http://schemas.microsoft.com/office/drawing/2014/main" id="{21C8CA34-F710-2C28-34F4-31A438A60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62">
            <a:extLst>
              <a:ext uri="{FF2B5EF4-FFF2-40B4-BE49-F238E27FC236}">
                <a16:creationId xmlns:a16="http://schemas.microsoft.com/office/drawing/2014/main" id="{DE3676A8-ADF8-A37C-E1F5-901DF40941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729" y="310217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Выбор целевой метрики</a:t>
            </a:r>
            <a:endParaRPr dirty="0"/>
          </a:p>
        </p:txBody>
      </p:sp>
      <p:sp>
        <p:nvSpPr>
          <p:cNvPr id="2158" name="Google Shape;2158;p62">
            <a:extLst>
              <a:ext uri="{FF2B5EF4-FFF2-40B4-BE49-F238E27FC236}">
                <a16:creationId xmlns:a16="http://schemas.microsoft.com/office/drawing/2014/main" id="{81D54CC0-065E-3908-53E4-73FFEC165779}"/>
              </a:ext>
            </a:extLst>
          </p:cNvPr>
          <p:cNvSpPr/>
          <p:nvPr/>
        </p:nvSpPr>
        <p:spPr>
          <a:xfrm>
            <a:off x="424975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9" name="Google Shape;2159;p62">
            <a:extLst>
              <a:ext uri="{FF2B5EF4-FFF2-40B4-BE49-F238E27FC236}">
                <a16:creationId xmlns:a16="http://schemas.microsoft.com/office/drawing/2014/main" id="{F9108C72-B53F-EB3A-E9DC-1F67ACA25A11}"/>
              </a:ext>
            </a:extLst>
          </p:cNvPr>
          <p:cNvGrpSpPr/>
          <p:nvPr/>
        </p:nvGrpSpPr>
        <p:grpSpPr>
          <a:xfrm>
            <a:off x="601223" y="1415143"/>
            <a:ext cx="599900" cy="141499"/>
            <a:chOff x="411700" y="2416840"/>
            <a:chExt cx="277873" cy="68400"/>
          </a:xfrm>
        </p:grpSpPr>
        <p:sp>
          <p:nvSpPr>
            <p:cNvPr id="2160" name="Google Shape;2160;p62">
              <a:extLst>
                <a:ext uri="{FF2B5EF4-FFF2-40B4-BE49-F238E27FC236}">
                  <a16:creationId xmlns:a16="http://schemas.microsoft.com/office/drawing/2014/main" id="{28FC180C-E37B-42CE-D4A4-E04E27177FDC}"/>
                </a:ext>
              </a:extLst>
            </p:cNvPr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62">
              <a:extLst>
                <a:ext uri="{FF2B5EF4-FFF2-40B4-BE49-F238E27FC236}">
                  <a16:creationId xmlns:a16="http://schemas.microsoft.com/office/drawing/2014/main" id="{A39390FF-5B02-2D5A-6AFD-CD6FE3D5288F}"/>
                </a:ext>
              </a:extLst>
            </p:cNvPr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62">
              <a:extLst>
                <a:ext uri="{FF2B5EF4-FFF2-40B4-BE49-F238E27FC236}">
                  <a16:creationId xmlns:a16="http://schemas.microsoft.com/office/drawing/2014/main" id="{928AD2CA-97E1-A512-430D-671F66374606}"/>
                </a:ext>
              </a:extLst>
            </p:cNvPr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116;p58">
            <a:extLst>
              <a:ext uri="{FF2B5EF4-FFF2-40B4-BE49-F238E27FC236}">
                <a16:creationId xmlns:a16="http://schemas.microsoft.com/office/drawing/2014/main" id="{9C36BE9E-5ABB-81F5-8C0C-634268111828}"/>
              </a:ext>
            </a:extLst>
          </p:cNvPr>
          <p:cNvSpPr txBox="1"/>
          <p:nvPr/>
        </p:nvSpPr>
        <p:spPr>
          <a:xfrm>
            <a:off x="767175" y="1700950"/>
            <a:ext cx="7260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2) Вводим понятие последовательности</a:t>
            </a:r>
            <a:r>
              <a:rPr lang="en-US" sz="15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:</a:t>
            </a:r>
            <a:r>
              <a:rPr lang="en" sz="15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sequence</a:t>
            </a:r>
            <a:endParaRPr sz="15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sequence - последовательность уведомлений</a:t>
            </a:r>
            <a:endParaRPr sz="15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" name="Google Shape;2117;p58">
            <a:extLst>
              <a:ext uri="{FF2B5EF4-FFF2-40B4-BE49-F238E27FC236}">
                <a16:creationId xmlns:a16="http://schemas.microsoft.com/office/drawing/2014/main" id="{C70AD522-9AEB-B88A-FD40-F31DE25309B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500" y="2650750"/>
            <a:ext cx="4192524" cy="1080350"/>
          </a:xfrm>
          <a:prstGeom prst="rect">
            <a:avLst/>
          </a:prstGeom>
          <a:noFill/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1399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6">
          <a:extLst>
            <a:ext uri="{FF2B5EF4-FFF2-40B4-BE49-F238E27FC236}">
              <a16:creationId xmlns:a16="http://schemas.microsoft.com/office/drawing/2014/main" id="{89D3D6AD-0C92-4B47-8B51-3A89F50F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62">
            <a:extLst>
              <a:ext uri="{FF2B5EF4-FFF2-40B4-BE49-F238E27FC236}">
                <a16:creationId xmlns:a16="http://schemas.microsoft.com/office/drawing/2014/main" id="{B26D3E33-8891-BA3A-8AA0-D5EE8EAED3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729" y="310217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Выбор целевой метрики</a:t>
            </a:r>
            <a:endParaRPr dirty="0"/>
          </a:p>
        </p:txBody>
      </p:sp>
      <p:sp>
        <p:nvSpPr>
          <p:cNvPr id="2158" name="Google Shape;2158;p62">
            <a:extLst>
              <a:ext uri="{FF2B5EF4-FFF2-40B4-BE49-F238E27FC236}">
                <a16:creationId xmlns:a16="http://schemas.microsoft.com/office/drawing/2014/main" id="{4098CE42-A291-9A0B-11DA-49E368B4D94F}"/>
              </a:ext>
            </a:extLst>
          </p:cNvPr>
          <p:cNvSpPr/>
          <p:nvPr/>
        </p:nvSpPr>
        <p:spPr>
          <a:xfrm>
            <a:off x="424975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9" name="Google Shape;2159;p62">
            <a:extLst>
              <a:ext uri="{FF2B5EF4-FFF2-40B4-BE49-F238E27FC236}">
                <a16:creationId xmlns:a16="http://schemas.microsoft.com/office/drawing/2014/main" id="{08156F64-1400-9D92-3C93-F5179F3E3DB4}"/>
              </a:ext>
            </a:extLst>
          </p:cNvPr>
          <p:cNvGrpSpPr/>
          <p:nvPr/>
        </p:nvGrpSpPr>
        <p:grpSpPr>
          <a:xfrm>
            <a:off x="601223" y="1415143"/>
            <a:ext cx="599900" cy="141499"/>
            <a:chOff x="411700" y="2416840"/>
            <a:chExt cx="277873" cy="68400"/>
          </a:xfrm>
        </p:grpSpPr>
        <p:sp>
          <p:nvSpPr>
            <p:cNvPr id="2160" name="Google Shape;2160;p62">
              <a:extLst>
                <a:ext uri="{FF2B5EF4-FFF2-40B4-BE49-F238E27FC236}">
                  <a16:creationId xmlns:a16="http://schemas.microsoft.com/office/drawing/2014/main" id="{4EDE12C4-5CFC-07C9-B8E6-4795DAE0DB6B}"/>
                </a:ext>
              </a:extLst>
            </p:cNvPr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62">
              <a:extLst>
                <a:ext uri="{FF2B5EF4-FFF2-40B4-BE49-F238E27FC236}">
                  <a16:creationId xmlns:a16="http://schemas.microsoft.com/office/drawing/2014/main" id="{13F0FF60-2EB4-B2C0-0A98-364F29FA9CB9}"/>
                </a:ext>
              </a:extLst>
            </p:cNvPr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62">
              <a:extLst>
                <a:ext uri="{FF2B5EF4-FFF2-40B4-BE49-F238E27FC236}">
                  <a16:creationId xmlns:a16="http://schemas.microsoft.com/office/drawing/2014/main" id="{F194F0AF-0415-E70E-A967-451A2F7C6CB6}"/>
                </a:ext>
              </a:extLst>
            </p:cNvPr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Google Shape;2128;p59">
            <a:extLst>
              <a:ext uri="{FF2B5EF4-FFF2-40B4-BE49-F238E27FC236}">
                <a16:creationId xmlns:a16="http://schemas.microsoft.com/office/drawing/2014/main" id="{89524050-FF79-6E31-FABB-87DA2E32BC4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373" y="3128718"/>
            <a:ext cx="7521152" cy="15644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29;p59">
            <a:extLst>
              <a:ext uri="{FF2B5EF4-FFF2-40B4-BE49-F238E27FC236}">
                <a16:creationId xmlns:a16="http://schemas.microsoft.com/office/drawing/2014/main" id="{01064E32-BA32-8ECC-E98D-E1509501CFCF}"/>
              </a:ext>
            </a:extLst>
          </p:cNvPr>
          <p:cNvSpPr txBox="1"/>
          <p:nvPr/>
        </p:nvSpPr>
        <p:spPr>
          <a:xfrm>
            <a:off x="601223" y="1637281"/>
            <a:ext cx="76086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Char char="●"/>
            </a:pPr>
            <a:r>
              <a:rPr lang="en" sz="15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Если последовательность уведомлений снизила долг - она считается полноценной/завершенной (Complete)</a:t>
            </a:r>
            <a:endParaRPr sz="15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Char char="●"/>
            </a:pPr>
            <a:r>
              <a:rPr lang="en" sz="15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Если снижение задолженности не было зафиксировано - последовательность считается неполноценной/незавершенной (Incomplete)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3596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6">
          <a:extLst>
            <a:ext uri="{FF2B5EF4-FFF2-40B4-BE49-F238E27FC236}">
              <a16:creationId xmlns:a16="http://schemas.microsoft.com/office/drawing/2014/main" id="{3951D412-DB38-74FA-73E8-8C2717A32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62">
            <a:extLst>
              <a:ext uri="{FF2B5EF4-FFF2-40B4-BE49-F238E27FC236}">
                <a16:creationId xmlns:a16="http://schemas.microsoft.com/office/drawing/2014/main" id="{D4C4393A-0C44-51B7-DDAD-39E72C2275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729" y="310217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Выбор целевой метрики</a:t>
            </a:r>
            <a:endParaRPr dirty="0"/>
          </a:p>
        </p:txBody>
      </p:sp>
      <p:sp>
        <p:nvSpPr>
          <p:cNvPr id="2158" name="Google Shape;2158;p62">
            <a:extLst>
              <a:ext uri="{FF2B5EF4-FFF2-40B4-BE49-F238E27FC236}">
                <a16:creationId xmlns:a16="http://schemas.microsoft.com/office/drawing/2014/main" id="{7205F36C-21E0-5887-4302-C76E30A7CE18}"/>
              </a:ext>
            </a:extLst>
          </p:cNvPr>
          <p:cNvSpPr/>
          <p:nvPr/>
        </p:nvSpPr>
        <p:spPr>
          <a:xfrm>
            <a:off x="424975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9" name="Google Shape;2159;p62">
            <a:extLst>
              <a:ext uri="{FF2B5EF4-FFF2-40B4-BE49-F238E27FC236}">
                <a16:creationId xmlns:a16="http://schemas.microsoft.com/office/drawing/2014/main" id="{861EB125-2588-0A4C-BF2B-6624496CC7A3}"/>
              </a:ext>
            </a:extLst>
          </p:cNvPr>
          <p:cNvGrpSpPr/>
          <p:nvPr/>
        </p:nvGrpSpPr>
        <p:grpSpPr>
          <a:xfrm>
            <a:off x="601223" y="1415143"/>
            <a:ext cx="599900" cy="141499"/>
            <a:chOff x="411700" y="2416840"/>
            <a:chExt cx="277873" cy="68400"/>
          </a:xfrm>
        </p:grpSpPr>
        <p:sp>
          <p:nvSpPr>
            <p:cNvPr id="2160" name="Google Shape;2160;p62">
              <a:extLst>
                <a:ext uri="{FF2B5EF4-FFF2-40B4-BE49-F238E27FC236}">
                  <a16:creationId xmlns:a16="http://schemas.microsoft.com/office/drawing/2014/main" id="{476E96BC-25B0-90B8-2D5A-5AE20366EA0E}"/>
                </a:ext>
              </a:extLst>
            </p:cNvPr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62">
              <a:extLst>
                <a:ext uri="{FF2B5EF4-FFF2-40B4-BE49-F238E27FC236}">
                  <a16:creationId xmlns:a16="http://schemas.microsoft.com/office/drawing/2014/main" id="{60FA8055-186C-8831-4640-D7053DA155E7}"/>
                </a:ext>
              </a:extLst>
            </p:cNvPr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62">
              <a:extLst>
                <a:ext uri="{FF2B5EF4-FFF2-40B4-BE49-F238E27FC236}">
                  <a16:creationId xmlns:a16="http://schemas.microsoft.com/office/drawing/2014/main" id="{0EB2762E-C3A1-5A14-FD4E-30CA0007B37E}"/>
                </a:ext>
              </a:extLst>
            </p:cNvPr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140;p60">
            <a:extLst>
              <a:ext uri="{FF2B5EF4-FFF2-40B4-BE49-F238E27FC236}">
                <a16:creationId xmlns:a16="http://schemas.microsoft.com/office/drawing/2014/main" id="{91CA9FCA-5962-FBC5-ADDB-9F19745F0D62}"/>
              </a:ext>
            </a:extLst>
          </p:cNvPr>
          <p:cNvSpPr txBox="1"/>
          <p:nvPr/>
        </p:nvSpPr>
        <p:spPr>
          <a:xfrm>
            <a:off x="781225" y="1535063"/>
            <a:ext cx="7260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Более строгое определение последовательности (sequence)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" name="Google Shape;2141;p60">
            <a:extLst>
              <a:ext uri="{FF2B5EF4-FFF2-40B4-BE49-F238E27FC236}">
                <a16:creationId xmlns:a16="http://schemas.microsoft.com/office/drawing/2014/main" id="{2079747C-9CD8-0785-9A11-EFF0C4FE7F5A}"/>
              </a:ext>
            </a:extLst>
          </p:cNvPr>
          <p:cNvSpPr txBox="1"/>
          <p:nvPr/>
        </p:nvSpPr>
        <p:spPr>
          <a:xfrm>
            <a:off x="462125" y="1891800"/>
            <a:ext cx="80049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Последовательность (</a:t>
            </a:r>
            <a:r>
              <a:rPr lang="en">
                <a:solidFill>
                  <a:schemeClr val="dk1"/>
                </a:solidFill>
                <a:highlight>
                  <a:srgbClr val="FFE599"/>
                </a:highlight>
                <a:latin typeface="Lexend Light"/>
                <a:ea typeface="Lexend Light"/>
                <a:cs typeface="Lexend Light"/>
                <a:sym typeface="Lexend Light"/>
              </a:rPr>
              <a:t>sequence</a:t>
            </a: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 - набор из 1 и более последовательных уведомлений в отсортированном датасете (by contract, date). Каждая последовательность начинается либо с нового кредита (contract_number) либо с элемента, который имеет значение ‘is_reduced’ = 1. Все элементы последовательности, кроме первого, должны иметь значение ‘is_reduced’ = 0.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Если первый элемент, который идет после последовательности X, имеет значение ‘is_reduced’ = 1, то последовательность X считается завершенной - </a:t>
            </a:r>
            <a:r>
              <a:rPr lang="en">
                <a:solidFill>
                  <a:schemeClr val="dk1"/>
                </a:solidFill>
                <a:highlight>
                  <a:srgbClr val="FFE599"/>
                </a:highlight>
                <a:latin typeface="Lexend Light"/>
                <a:ea typeface="Lexend Light"/>
                <a:cs typeface="Lexend Light"/>
                <a:sym typeface="Lexend Light"/>
              </a:rPr>
              <a:t>complete sequence</a:t>
            </a:r>
            <a:endParaRPr>
              <a:solidFill>
                <a:schemeClr val="dk1"/>
              </a:solidFill>
              <a:highlight>
                <a:srgbClr val="FFE599"/>
              </a:highlight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Если первый элемент, который идет после последовательности X принадлежит другому кредитному договору (contract_number), то последовательность X считается незавершенной - </a:t>
            </a:r>
            <a:r>
              <a:rPr lang="en">
                <a:solidFill>
                  <a:schemeClr val="dk1"/>
                </a:solidFill>
                <a:highlight>
                  <a:srgbClr val="FFE599"/>
                </a:highlight>
                <a:latin typeface="Lexend Light"/>
                <a:ea typeface="Lexend Light"/>
                <a:cs typeface="Lexend Light"/>
                <a:sym typeface="Lexend Light"/>
              </a:rPr>
              <a:t>incomplete sequence</a:t>
            </a:r>
            <a:endParaRPr>
              <a:solidFill>
                <a:schemeClr val="dk1"/>
              </a:solidFill>
              <a:highlight>
                <a:srgbClr val="FFE599"/>
              </a:highlight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  <p:extLst>
      <p:ext uri="{BB962C8B-B14F-4D97-AF65-F5344CB8AC3E}">
        <p14:creationId xmlns:p14="http://schemas.microsoft.com/office/powerpoint/2010/main" val="1168498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6">
          <a:extLst>
            <a:ext uri="{FF2B5EF4-FFF2-40B4-BE49-F238E27FC236}">
              <a16:creationId xmlns:a16="http://schemas.microsoft.com/office/drawing/2014/main" id="{607AA5E9-4ED4-B722-CD97-1539120AB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62">
            <a:extLst>
              <a:ext uri="{FF2B5EF4-FFF2-40B4-BE49-F238E27FC236}">
                <a16:creationId xmlns:a16="http://schemas.microsoft.com/office/drawing/2014/main" id="{E363463A-C10A-44A5-A5A2-1637A36955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729" y="310217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Выбор целевой метрики</a:t>
            </a:r>
            <a:endParaRPr dirty="0"/>
          </a:p>
        </p:txBody>
      </p:sp>
      <p:sp>
        <p:nvSpPr>
          <p:cNvPr id="2158" name="Google Shape;2158;p62">
            <a:extLst>
              <a:ext uri="{FF2B5EF4-FFF2-40B4-BE49-F238E27FC236}">
                <a16:creationId xmlns:a16="http://schemas.microsoft.com/office/drawing/2014/main" id="{DF2E6997-BFE6-D829-5770-6BC2BFD8BAAE}"/>
              </a:ext>
            </a:extLst>
          </p:cNvPr>
          <p:cNvSpPr/>
          <p:nvPr/>
        </p:nvSpPr>
        <p:spPr>
          <a:xfrm>
            <a:off x="424975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9" name="Google Shape;2159;p62">
            <a:extLst>
              <a:ext uri="{FF2B5EF4-FFF2-40B4-BE49-F238E27FC236}">
                <a16:creationId xmlns:a16="http://schemas.microsoft.com/office/drawing/2014/main" id="{A7DE8319-EEC2-A582-B49E-1F38B55BDF79}"/>
              </a:ext>
            </a:extLst>
          </p:cNvPr>
          <p:cNvGrpSpPr/>
          <p:nvPr/>
        </p:nvGrpSpPr>
        <p:grpSpPr>
          <a:xfrm>
            <a:off x="601223" y="1415143"/>
            <a:ext cx="599900" cy="141499"/>
            <a:chOff x="411700" y="2416840"/>
            <a:chExt cx="277873" cy="68400"/>
          </a:xfrm>
        </p:grpSpPr>
        <p:sp>
          <p:nvSpPr>
            <p:cNvPr id="2160" name="Google Shape;2160;p62">
              <a:extLst>
                <a:ext uri="{FF2B5EF4-FFF2-40B4-BE49-F238E27FC236}">
                  <a16:creationId xmlns:a16="http://schemas.microsoft.com/office/drawing/2014/main" id="{811C189B-0DCD-94BB-07B7-4CE35CB2BB45}"/>
                </a:ext>
              </a:extLst>
            </p:cNvPr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62">
              <a:extLst>
                <a:ext uri="{FF2B5EF4-FFF2-40B4-BE49-F238E27FC236}">
                  <a16:creationId xmlns:a16="http://schemas.microsoft.com/office/drawing/2014/main" id="{3D93E23A-BC61-03C0-70C4-65C92FF54329}"/>
                </a:ext>
              </a:extLst>
            </p:cNvPr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62">
              <a:extLst>
                <a:ext uri="{FF2B5EF4-FFF2-40B4-BE49-F238E27FC236}">
                  <a16:creationId xmlns:a16="http://schemas.microsoft.com/office/drawing/2014/main" id="{AF436F03-3928-2C9D-FCE6-AB661EDEFB88}"/>
                </a:ext>
              </a:extLst>
            </p:cNvPr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Google Shape;2152;p61">
            <a:extLst>
              <a:ext uri="{FF2B5EF4-FFF2-40B4-BE49-F238E27FC236}">
                <a16:creationId xmlns:a16="http://schemas.microsoft.com/office/drawing/2014/main" id="{FED2C6AD-CA34-CDB9-FD7E-4F96529DB58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200" y="1742775"/>
            <a:ext cx="7591877" cy="2831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0272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62"/>
          <p:cNvSpPr txBox="1">
            <a:spLocks noGrp="1"/>
          </p:cNvSpPr>
          <p:nvPr>
            <p:ph type="title"/>
          </p:nvPr>
        </p:nvSpPr>
        <p:spPr>
          <a:xfrm>
            <a:off x="305729" y="310217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Выбор целевой метрики</a:t>
            </a:r>
            <a:endParaRPr dirty="0"/>
          </a:p>
        </p:txBody>
      </p:sp>
      <p:sp>
        <p:nvSpPr>
          <p:cNvPr id="2158" name="Google Shape;2158;p62"/>
          <p:cNvSpPr/>
          <p:nvPr/>
        </p:nvSpPr>
        <p:spPr>
          <a:xfrm>
            <a:off x="424975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9" name="Google Shape;2159;p62"/>
          <p:cNvGrpSpPr/>
          <p:nvPr/>
        </p:nvGrpSpPr>
        <p:grpSpPr>
          <a:xfrm>
            <a:off x="601223" y="1415143"/>
            <a:ext cx="599900" cy="141499"/>
            <a:chOff x="411700" y="2416840"/>
            <a:chExt cx="277873" cy="68400"/>
          </a:xfrm>
        </p:grpSpPr>
        <p:sp>
          <p:nvSpPr>
            <p:cNvPr id="2160" name="Google Shape;2160;p6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6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6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63" name="Google Shape;2163;p62" title="Screenshot 2025-03-14 at 01.17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550" y="1681725"/>
            <a:ext cx="4278674" cy="2987951"/>
          </a:xfrm>
          <a:prstGeom prst="rect">
            <a:avLst/>
          </a:prstGeom>
          <a:noFill/>
          <a:ln>
            <a:noFill/>
          </a:ln>
        </p:spPr>
      </p:pic>
      <p:sp>
        <p:nvSpPr>
          <p:cNvPr id="2164" name="Google Shape;2164;p62"/>
          <p:cNvSpPr txBox="1"/>
          <p:nvPr/>
        </p:nvSpPr>
        <p:spPr>
          <a:xfrm>
            <a:off x="5431275" y="1681725"/>
            <a:ext cx="2439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Структура последовательности</a:t>
            </a:r>
            <a:endParaRPr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60"/>
          <p:cNvSpPr txBox="1">
            <a:spLocks noGrp="1"/>
          </p:cNvSpPr>
          <p:nvPr>
            <p:ph type="title"/>
          </p:nvPr>
        </p:nvSpPr>
        <p:spPr>
          <a:xfrm>
            <a:off x="291875" y="143100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Датасет для моделей</a:t>
            </a:r>
            <a:endParaRPr/>
          </a:p>
        </p:txBody>
      </p:sp>
      <p:sp>
        <p:nvSpPr>
          <p:cNvPr id="2135" name="Google Shape;2135;p60"/>
          <p:cNvSpPr/>
          <p:nvPr/>
        </p:nvSpPr>
        <p:spPr>
          <a:xfrm>
            <a:off x="404575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6" name="Google Shape;2136;p60"/>
          <p:cNvGrpSpPr/>
          <p:nvPr/>
        </p:nvGrpSpPr>
        <p:grpSpPr>
          <a:xfrm>
            <a:off x="601223" y="1415143"/>
            <a:ext cx="599900" cy="141499"/>
            <a:chOff x="411700" y="2416840"/>
            <a:chExt cx="277873" cy="68400"/>
          </a:xfrm>
        </p:grpSpPr>
        <p:sp>
          <p:nvSpPr>
            <p:cNvPr id="2137" name="Google Shape;2137;p6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6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6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0" name="Google Shape;2140;p60"/>
          <p:cNvSpPr txBox="1"/>
          <p:nvPr/>
        </p:nvSpPr>
        <p:spPr>
          <a:xfrm>
            <a:off x="781225" y="1535063"/>
            <a:ext cx="7260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Как избежать утечки целевого параметра</a:t>
            </a:r>
            <a:endParaRPr sz="15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41" name="Google Shape;2141;p60"/>
          <p:cNvSpPr txBox="1"/>
          <p:nvPr/>
        </p:nvSpPr>
        <p:spPr>
          <a:xfrm>
            <a:off x="462125" y="1891800"/>
            <a:ext cx="8004900" cy="16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Модели видят только первые 5 уведомлений последовательности. Берем последовательности, в которых не меньше 5 уведомлений (46653 шт.) - </a:t>
            </a:r>
            <a:r>
              <a:rPr lang="en" dirty="0">
                <a:solidFill>
                  <a:schemeClr val="dk1"/>
                </a:solidFill>
                <a:highlight>
                  <a:srgbClr val="FFE599"/>
                </a:highlight>
                <a:latin typeface="Lexend Light"/>
                <a:ea typeface="Lexend Light"/>
                <a:cs typeface="Lexend Light"/>
                <a:sym typeface="Lexend Light"/>
              </a:rPr>
              <a:t>n_first_actions = 5</a:t>
            </a:r>
            <a:endParaRPr dirty="0">
              <a:solidFill>
                <a:schemeClr val="dk1"/>
              </a:solidFill>
              <a:highlight>
                <a:srgbClr val="FFE599"/>
              </a:highlight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Train/test делим по договорам (contract_number): последовательности одного клиента не попадают одновременно в обучение и тест - </a:t>
            </a:r>
            <a:r>
              <a:rPr lang="en" dirty="0">
                <a:solidFill>
                  <a:schemeClr val="dk1"/>
                </a:solidFill>
                <a:highlight>
                  <a:srgbClr val="FFE599"/>
                </a:highlight>
                <a:latin typeface="Lexend Light"/>
                <a:ea typeface="Lexend Light"/>
                <a:cs typeface="Lexend Light"/>
                <a:sym typeface="Lexend Light"/>
              </a:rPr>
              <a:t>GroupShuffleSplit</a:t>
            </a:r>
            <a:endParaRPr dirty="0">
              <a:solidFill>
                <a:schemeClr val="dk1"/>
              </a:solidFill>
              <a:highlight>
                <a:srgbClr val="FFE599"/>
              </a:highlight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p64"/>
          <p:cNvSpPr txBox="1">
            <a:spLocks noGrp="1"/>
          </p:cNvSpPr>
          <p:nvPr>
            <p:ph type="title"/>
          </p:nvPr>
        </p:nvSpPr>
        <p:spPr>
          <a:xfrm>
            <a:off x="1547550" y="496650"/>
            <a:ext cx="6048900" cy="21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Построение логистической регрессии</a:t>
            </a:r>
            <a:endParaRPr b="1"/>
          </a:p>
        </p:txBody>
      </p:sp>
      <p:sp>
        <p:nvSpPr>
          <p:cNvPr id="2187" name="Google Shape;2187;p64"/>
          <p:cNvSpPr/>
          <p:nvPr/>
        </p:nvSpPr>
        <p:spPr>
          <a:xfrm>
            <a:off x="610875" y="3079075"/>
            <a:ext cx="2057400" cy="11166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8" name="Google Shape;2188;p64"/>
          <p:cNvSpPr txBox="1"/>
          <p:nvPr/>
        </p:nvSpPr>
        <p:spPr>
          <a:xfrm>
            <a:off x="628425" y="3072666"/>
            <a:ext cx="202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One-hot encoding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89" name="Google Shape;2189;p64"/>
          <p:cNvSpPr/>
          <p:nvPr/>
        </p:nvSpPr>
        <p:spPr>
          <a:xfrm>
            <a:off x="3543300" y="3079075"/>
            <a:ext cx="2057400" cy="11166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0" name="Google Shape;2190;p64"/>
          <p:cNvSpPr txBox="1"/>
          <p:nvPr/>
        </p:nvSpPr>
        <p:spPr>
          <a:xfrm>
            <a:off x="3560850" y="3142325"/>
            <a:ext cx="202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Test split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91" name="Google Shape;2191;p64"/>
          <p:cNvSpPr/>
          <p:nvPr/>
        </p:nvSpPr>
        <p:spPr>
          <a:xfrm>
            <a:off x="6475725" y="3079075"/>
            <a:ext cx="2057400" cy="11166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2" name="Google Shape;2192;p64"/>
          <p:cNvSpPr txBox="1"/>
          <p:nvPr/>
        </p:nvSpPr>
        <p:spPr>
          <a:xfrm>
            <a:off x="6475725" y="3079075"/>
            <a:ext cx="20223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Сравнение с базовыми моделями </a:t>
            </a:r>
            <a:r>
              <a:rPr lang="ru-RU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и </a:t>
            </a:r>
            <a:r>
              <a:rPr lang="en-US" dirty="0" err="1">
                <a:latin typeface="Lexend Light" panose="020B0604020202020204" charset="0"/>
              </a:rPr>
              <a:t>оценка</a:t>
            </a:r>
            <a:r>
              <a:rPr lang="en-US" dirty="0">
                <a:latin typeface="Lexend Light" panose="020B0604020202020204" charset="0"/>
              </a:rPr>
              <a:t> </a:t>
            </a:r>
            <a:r>
              <a:rPr lang="en-US" dirty="0" err="1">
                <a:latin typeface="Lexend Light" panose="020B0604020202020204" charset="0"/>
              </a:rPr>
              <a:t>по</a:t>
            </a:r>
            <a:r>
              <a:rPr lang="en-US" dirty="0">
                <a:latin typeface="Lexend Light" panose="020B0604020202020204" charset="0"/>
              </a:rPr>
              <a:t> </a:t>
            </a:r>
            <a:r>
              <a:rPr lang="en-US" dirty="0" err="1">
                <a:latin typeface="Lexend Light" panose="020B0604020202020204" charset="0"/>
              </a:rPr>
              <a:t>категориям</a:t>
            </a:r>
            <a:r>
              <a:rPr lang="en-US" dirty="0">
                <a:latin typeface="Lexend Light" panose="020B0604020202020204" charset="0"/>
              </a:rPr>
              <a:t> </a:t>
            </a:r>
            <a:r>
              <a:rPr lang="en-US" dirty="0" err="1">
                <a:latin typeface="Lexend Light" panose="020B0604020202020204" charset="0"/>
              </a:rPr>
              <a:t>клиентов</a:t>
            </a:r>
            <a:endParaRPr dirty="0">
              <a:solidFill>
                <a:schemeClr val="dk1"/>
              </a:solidFill>
              <a:latin typeface="Lexend Light" panose="020B0604020202020204" charset="0"/>
              <a:ea typeface="Lexend Light"/>
              <a:cs typeface="Lexend Light"/>
              <a:sym typeface="Lexend Light"/>
            </a:endParaRPr>
          </a:p>
        </p:txBody>
      </p:sp>
      <p:sp>
        <p:nvSpPr>
          <p:cNvPr id="2193" name="Google Shape;2193;p64"/>
          <p:cNvSpPr txBox="1"/>
          <p:nvPr/>
        </p:nvSpPr>
        <p:spPr>
          <a:xfrm>
            <a:off x="3569625" y="3434615"/>
            <a:ext cx="2022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80% - обучение модели</a:t>
            </a:r>
            <a:endParaRPr sz="13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20% - тест (по договорам)</a:t>
            </a:r>
            <a:endParaRPr sz="13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94" name="Google Shape;2194;p64"/>
          <p:cNvSpPr txBox="1"/>
          <p:nvPr/>
        </p:nvSpPr>
        <p:spPr>
          <a:xfrm>
            <a:off x="500005" y="3342425"/>
            <a:ext cx="2279139" cy="38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Уведомление → параметр</a:t>
            </a:r>
            <a:endParaRPr sz="13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95" name="Google Shape;2195;p64"/>
          <p:cNvSpPr txBox="1"/>
          <p:nvPr/>
        </p:nvSpPr>
        <p:spPr>
          <a:xfrm>
            <a:off x="573974" y="3610675"/>
            <a:ext cx="2131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Группировка по последовательностям</a:t>
            </a:r>
            <a:endParaRPr sz="13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p65"/>
          <p:cNvSpPr txBox="1">
            <a:spLocks noGrp="1"/>
          </p:cNvSpPr>
          <p:nvPr>
            <p:ph type="title"/>
          </p:nvPr>
        </p:nvSpPr>
        <p:spPr>
          <a:xfrm>
            <a:off x="291875" y="143100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Логистическая регрессия</a:t>
            </a:r>
            <a:endParaRPr/>
          </a:p>
        </p:txBody>
      </p:sp>
      <p:sp>
        <p:nvSpPr>
          <p:cNvPr id="2201" name="Google Shape;2201;p65"/>
          <p:cNvSpPr/>
          <p:nvPr/>
        </p:nvSpPr>
        <p:spPr>
          <a:xfrm>
            <a:off x="424975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2" name="Google Shape;2202;p65"/>
          <p:cNvGrpSpPr/>
          <p:nvPr/>
        </p:nvGrpSpPr>
        <p:grpSpPr>
          <a:xfrm>
            <a:off x="601223" y="1415143"/>
            <a:ext cx="599900" cy="141499"/>
            <a:chOff x="411700" y="2416840"/>
            <a:chExt cx="277873" cy="68400"/>
          </a:xfrm>
        </p:grpSpPr>
        <p:sp>
          <p:nvSpPr>
            <p:cNvPr id="2203" name="Google Shape;2203;p6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6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6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7" name="Google Shape;2207;p65"/>
          <p:cNvSpPr txBox="1"/>
          <p:nvPr/>
        </p:nvSpPr>
        <p:spPr>
          <a:xfrm>
            <a:off x="695175" y="1599500"/>
            <a:ext cx="7724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Делаем One-hot encoding 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и группируем наша датасет по последовательностям. Всего 46653 последовательностей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9D74AB-D5FD-5D95-9654-85BBBF195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405" y="2659008"/>
            <a:ext cx="7179189" cy="13957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66"/>
          <p:cNvSpPr txBox="1">
            <a:spLocks noGrp="1"/>
          </p:cNvSpPr>
          <p:nvPr>
            <p:ph type="title"/>
          </p:nvPr>
        </p:nvSpPr>
        <p:spPr>
          <a:xfrm>
            <a:off x="291875" y="143100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Логистическая регрессия</a:t>
            </a:r>
            <a:endParaRPr/>
          </a:p>
        </p:txBody>
      </p:sp>
      <p:sp>
        <p:nvSpPr>
          <p:cNvPr id="2213" name="Google Shape;2213;p66"/>
          <p:cNvSpPr/>
          <p:nvPr/>
        </p:nvSpPr>
        <p:spPr>
          <a:xfrm>
            <a:off x="424975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14" name="Google Shape;2214;p66"/>
          <p:cNvGrpSpPr/>
          <p:nvPr/>
        </p:nvGrpSpPr>
        <p:grpSpPr>
          <a:xfrm>
            <a:off x="601223" y="1415143"/>
            <a:ext cx="599900" cy="141499"/>
            <a:chOff x="411700" y="2416840"/>
            <a:chExt cx="277873" cy="68400"/>
          </a:xfrm>
        </p:grpSpPr>
        <p:sp>
          <p:nvSpPr>
            <p:cNvPr id="2215" name="Google Shape;2215;p6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6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6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9" name="Google Shape;2219;p66"/>
          <p:cNvSpPr txBox="1"/>
          <p:nvPr/>
        </p:nvSpPr>
        <p:spPr>
          <a:xfrm>
            <a:off x="639025" y="1753838"/>
            <a:ext cx="4374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Целевой параметр - sequence_status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Наша модель должна определить, будет ли наша последовательность действий завершенной (complete sequence – “1”) или нет (incomplete sequence – “0”)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1344E4-7F87-D7AD-4AD4-4C2C35CFE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707" y="1864261"/>
            <a:ext cx="2022219" cy="24927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67"/>
          <p:cNvSpPr txBox="1">
            <a:spLocks noGrp="1"/>
          </p:cNvSpPr>
          <p:nvPr>
            <p:ph type="title"/>
          </p:nvPr>
        </p:nvSpPr>
        <p:spPr>
          <a:xfrm>
            <a:off x="291875" y="143100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Логистическая регрессия</a:t>
            </a:r>
            <a:endParaRPr/>
          </a:p>
        </p:txBody>
      </p:sp>
      <p:sp>
        <p:nvSpPr>
          <p:cNvPr id="2225" name="Google Shape;2225;p67"/>
          <p:cNvSpPr/>
          <p:nvPr/>
        </p:nvSpPr>
        <p:spPr>
          <a:xfrm>
            <a:off x="424975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6" name="Google Shape;2226;p67"/>
          <p:cNvGrpSpPr/>
          <p:nvPr/>
        </p:nvGrpSpPr>
        <p:grpSpPr>
          <a:xfrm>
            <a:off x="601223" y="1415143"/>
            <a:ext cx="599900" cy="141499"/>
            <a:chOff x="411700" y="2416840"/>
            <a:chExt cx="277873" cy="68400"/>
          </a:xfrm>
        </p:grpSpPr>
        <p:sp>
          <p:nvSpPr>
            <p:cNvPr id="2227" name="Google Shape;2227;p6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6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6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0" name="Google Shape;2230;p67"/>
          <p:cNvSpPr txBox="1"/>
          <p:nvPr/>
        </p:nvSpPr>
        <p:spPr>
          <a:xfrm>
            <a:off x="632000" y="2450400"/>
            <a:ext cx="3349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Тренировочный датасет считается сбалансированным. 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Около 21000 незавершенных (0) и 16500 завершенных (1) последовательностей.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231" name="Google Shape;2231;p67"/>
          <p:cNvPicPr preferRelativeResize="0"/>
          <p:nvPr/>
        </p:nvPicPr>
        <p:blipFill rotWithShape="1">
          <a:blip r:embed="rId3">
            <a:alphaModFix/>
          </a:blip>
          <a:srcRect l="1156" t="629" r="843" b="1101"/>
          <a:stretch/>
        </p:blipFill>
        <p:spPr>
          <a:xfrm>
            <a:off x="4199050" y="1576400"/>
            <a:ext cx="4037576" cy="308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p69"/>
          <p:cNvSpPr txBox="1">
            <a:spLocks noGrp="1"/>
          </p:cNvSpPr>
          <p:nvPr>
            <p:ph type="title"/>
          </p:nvPr>
        </p:nvSpPr>
        <p:spPr>
          <a:xfrm>
            <a:off x="291875" y="143100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Логистическая регрессия</a:t>
            </a:r>
            <a:endParaRPr dirty="0"/>
          </a:p>
        </p:txBody>
      </p:sp>
      <p:sp>
        <p:nvSpPr>
          <p:cNvPr id="2255" name="Google Shape;2255;p69"/>
          <p:cNvSpPr/>
          <p:nvPr/>
        </p:nvSpPr>
        <p:spPr>
          <a:xfrm>
            <a:off x="424975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56" name="Google Shape;2256;p69"/>
          <p:cNvGrpSpPr/>
          <p:nvPr/>
        </p:nvGrpSpPr>
        <p:grpSpPr>
          <a:xfrm>
            <a:off x="601223" y="1415143"/>
            <a:ext cx="599900" cy="141499"/>
            <a:chOff x="411700" y="2416840"/>
            <a:chExt cx="277873" cy="68400"/>
          </a:xfrm>
        </p:grpSpPr>
        <p:sp>
          <p:nvSpPr>
            <p:cNvPr id="2257" name="Google Shape;2257;p6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6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6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083243D-C8BC-4DB1-F7EC-D2B981C96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245" y="1866132"/>
            <a:ext cx="1696604" cy="17207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E16D79-F451-4A99-783B-5D388A11E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7709" y="1866131"/>
            <a:ext cx="2687609" cy="17207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3DFE0B-2771-031F-A11D-8102C82827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23" y="1866131"/>
            <a:ext cx="3186559" cy="172072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68"/>
          <p:cNvSpPr txBox="1">
            <a:spLocks noGrp="1"/>
          </p:cNvSpPr>
          <p:nvPr>
            <p:ph type="title"/>
          </p:nvPr>
        </p:nvSpPr>
        <p:spPr>
          <a:xfrm>
            <a:off x="291875" y="143100"/>
            <a:ext cx="83454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Логистическая регрессия</a:t>
            </a:r>
            <a:endParaRPr/>
          </a:p>
        </p:txBody>
      </p:sp>
      <p:sp>
        <p:nvSpPr>
          <p:cNvPr id="2237" name="Google Shape;2237;p68"/>
          <p:cNvSpPr/>
          <p:nvPr/>
        </p:nvSpPr>
        <p:spPr>
          <a:xfrm>
            <a:off x="424975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38" name="Google Shape;2238;p68"/>
          <p:cNvGrpSpPr/>
          <p:nvPr/>
        </p:nvGrpSpPr>
        <p:grpSpPr>
          <a:xfrm>
            <a:off x="601223" y="1415143"/>
            <a:ext cx="599900" cy="141499"/>
            <a:chOff x="411700" y="2416840"/>
            <a:chExt cx="277873" cy="68400"/>
          </a:xfrm>
        </p:grpSpPr>
        <p:sp>
          <p:nvSpPr>
            <p:cNvPr id="2239" name="Google Shape;2239;p6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6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6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43" name="Google Shape;2243;p68"/>
          <p:cNvSpPr txBox="1"/>
          <p:nvPr/>
        </p:nvSpPr>
        <p:spPr>
          <a:xfrm>
            <a:off x="601225" y="1735675"/>
            <a:ext cx="1160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Результат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45" name="Google Shape;2245;p68"/>
          <p:cNvSpPr txBox="1"/>
          <p:nvPr/>
        </p:nvSpPr>
        <p:spPr>
          <a:xfrm>
            <a:off x="6162275" y="1285800"/>
            <a:ext cx="202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SHAP-explainer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47" name="Google Shape;2247;p68"/>
          <p:cNvSpPr txBox="1"/>
          <p:nvPr/>
        </p:nvSpPr>
        <p:spPr>
          <a:xfrm>
            <a:off x="3153377" y="1569725"/>
            <a:ext cx="3569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Показатели базовых моделей</a:t>
            </a:r>
            <a:endParaRPr sz="12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43B42F-1DD9-5AC9-9560-3DA683374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670" y="1807869"/>
            <a:ext cx="2517905" cy="2588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D038E6-61BC-DD76-4127-A5E0066DF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331" y="2001217"/>
            <a:ext cx="1568531" cy="849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A28803-8E8E-FDE7-B123-A528931766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8514" y="3081450"/>
            <a:ext cx="1567348" cy="9178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9E2BCE-5E9F-629F-756A-D5561999B1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869" y="2141368"/>
            <a:ext cx="1935363" cy="11391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p70"/>
          <p:cNvSpPr txBox="1">
            <a:spLocks noGrp="1"/>
          </p:cNvSpPr>
          <p:nvPr>
            <p:ph type="title"/>
          </p:nvPr>
        </p:nvSpPr>
        <p:spPr>
          <a:xfrm>
            <a:off x="1343925" y="770950"/>
            <a:ext cx="6048900" cy="21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XGBoost &amp; Random Forest модели</a:t>
            </a:r>
            <a:endParaRPr b="1" dirty="0"/>
          </a:p>
        </p:txBody>
      </p:sp>
      <p:sp>
        <p:nvSpPr>
          <p:cNvPr id="2268" name="Google Shape;2268;p70"/>
          <p:cNvSpPr/>
          <p:nvPr/>
        </p:nvSpPr>
        <p:spPr>
          <a:xfrm>
            <a:off x="610875" y="3079075"/>
            <a:ext cx="2057400" cy="11166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9" name="Google Shape;2269;p70"/>
          <p:cNvSpPr txBox="1"/>
          <p:nvPr/>
        </p:nvSpPr>
        <p:spPr>
          <a:xfrm>
            <a:off x="628425" y="3010375"/>
            <a:ext cx="202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Categorical encoding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70" name="Google Shape;2270;p70"/>
          <p:cNvSpPr/>
          <p:nvPr/>
        </p:nvSpPr>
        <p:spPr>
          <a:xfrm>
            <a:off x="3543300" y="3079075"/>
            <a:ext cx="2057400" cy="11166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1" name="Google Shape;2271;p70"/>
          <p:cNvSpPr txBox="1"/>
          <p:nvPr/>
        </p:nvSpPr>
        <p:spPr>
          <a:xfrm>
            <a:off x="3556462" y="3079075"/>
            <a:ext cx="202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Test split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72" name="Google Shape;2272;p70"/>
          <p:cNvSpPr/>
          <p:nvPr/>
        </p:nvSpPr>
        <p:spPr>
          <a:xfrm>
            <a:off x="6475725" y="3079075"/>
            <a:ext cx="2057400" cy="11166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3" name="Google Shape;2273;p70"/>
          <p:cNvSpPr txBox="1"/>
          <p:nvPr/>
        </p:nvSpPr>
        <p:spPr>
          <a:xfrm>
            <a:off x="6493275" y="3216950"/>
            <a:ext cx="2022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Определение “эффективности” цепочки действий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74" name="Google Shape;2274;p70"/>
          <p:cNvSpPr txBox="1"/>
          <p:nvPr/>
        </p:nvSpPr>
        <p:spPr>
          <a:xfrm>
            <a:off x="3565237" y="3400000"/>
            <a:ext cx="2022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80% - обучение модели</a:t>
            </a:r>
            <a:endParaRPr sz="13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20% - тест (по договорам)</a:t>
            </a:r>
            <a:endParaRPr sz="13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75" name="Google Shape;2275;p70"/>
          <p:cNvSpPr txBox="1"/>
          <p:nvPr/>
        </p:nvSpPr>
        <p:spPr>
          <a:xfrm>
            <a:off x="573975" y="3428825"/>
            <a:ext cx="2131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Группировка по порядковому номеру действия</a:t>
            </a:r>
            <a:endParaRPr sz="13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p71"/>
          <p:cNvSpPr txBox="1">
            <a:spLocks noGrp="1"/>
          </p:cNvSpPr>
          <p:nvPr>
            <p:ph type="title"/>
          </p:nvPr>
        </p:nvSpPr>
        <p:spPr>
          <a:xfrm>
            <a:off x="209775" y="398350"/>
            <a:ext cx="60489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 model</a:t>
            </a:r>
            <a:endParaRPr/>
          </a:p>
        </p:txBody>
      </p:sp>
      <p:sp>
        <p:nvSpPr>
          <p:cNvPr id="2281" name="Google Shape;2281;p71"/>
          <p:cNvSpPr/>
          <p:nvPr/>
        </p:nvSpPr>
        <p:spPr>
          <a:xfrm>
            <a:off x="433350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82" name="Google Shape;2282;p71"/>
          <p:cNvGrpSpPr/>
          <p:nvPr/>
        </p:nvGrpSpPr>
        <p:grpSpPr>
          <a:xfrm>
            <a:off x="609598" y="1415143"/>
            <a:ext cx="599900" cy="141499"/>
            <a:chOff x="411700" y="2416840"/>
            <a:chExt cx="277873" cy="68400"/>
          </a:xfrm>
        </p:grpSpPr>
        <p:sp>
          <p:nvSpPr>
            <p:cNvPr id="2283" name="Google Shape;2283;p7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7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7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87" name="Google Shape;2287;p71"/>
          <p:cNvSpPr txBox="1"/>
          <p:nvPr/>
        </p:nvSpPr>
        <p:spPr>
          <a:xfrm>
            <a:off x="646000" y="1485900"/>
            <a:ext cx="70290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Pivoted data + признаки клиента и договора</a:t>
            </a:r>
            <a:endParaRPr sz="16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 Light"/>
              <a:buAutoNum type="arabicParenR"/>
            </a:pPr>
            <a:r>
              <a:rPr lang="en" sz="16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Порядковый номер действия - новый параметр</a:t>
            </a:r>
            <a:endParaRPr sz="16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 Light"/>
              <a:buAutoNum type="arabicParenR"/>
            </a:pPr>
            <a:r>
              <a:rPr lang="en" sz="16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Берем первые 5 действий последовательности</a:t>
            </a:r>
            <a:endParaRPr sz="16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6ABE15-7EA4-458C-7A85-74BFB2045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91" y="2625000"/>
            <a:ext cx="7629218" cy="172204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p72"/>
          <p:cNvSpPr txBox="1">
            <a:spLocks noGrp="1"/>
          </p:cNvSpPr>
          <p:nvPr>
            <p:ph type="title"/>
          </p:nvPr>
        </p:nvSpPr>
        <p:spPr>
          <a:xfrm>
            <a:off x="209775" y="398350"/>
            <a:ext cx="60489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 model</a:t>
            </a:r>
            <a:endParaRPr/>
          </a:p>
        </p:txBody>
      </p:sp>
      <p:sp>
        <p:nvSpPr>
          <p:cNvPr id="2293" name="Google Shape;2293;p72"/>
          <p:cNvSpPr/>
          <p:nvPr/>
        </p:nvSpPr>
        <p:spPr>
          <a:xfrm>
            <a:off x="433350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4" name="Google Shape;2294;p72"/>
          <p:cNvGrpSpPr/>
          <p:nvPr/>
        </p:nvGrpSpPr>
        <p:grpSpPr>
          <a:xfrm>
            <a:off x="609598" y="1415143"/>
            <a:ext cx="599900" cy="141499"/>
            <a:chOff x="411700" y="2416840"/>
            <a:chExt cx="277873" cy="68400"/>
          </a:xfrm>
        </p:grpSpPr>
        <p:sp>
          <p:nvSpPr>
            <p:cNvPr id="2295" name="Google Shape;2295;p7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7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9" name="Google Shape;2299;p72"/>
          <p:cNvSpPr txBox="1"/>
          <p:nvPr/>
        </p:nvSpPr>
        <p:spPr>
          <a:xfrm>
            <a:off x="804875" y="1723850"/>
            <a:ext cx="1160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Результат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300" name="Google Shape;230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3775" y="2089000"/>
            <a:ext cx="3262400" cy="1469125"/>
          </a:xfrm>
          <a:prstGeom prst="rect">
            <a:avLst/>
          </a:prstGeom>
          <a:noFill/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</p:pic>
      <p:sp>
        <p:nvSpPr>
          <p:cNvPr id="2301" name="Google Shape;2301;p72"/>
          <p:cNvSpPr txBox="1"/>
          <p:nvPr/>
        </p:nvSpPr>
        <p:spPr>
          <a:xfrm>
            <a:off x="3683775" y="1723850"/>
            <a:ext cx="3569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Результаты случайной классификации</a:t>
            </a:r>
            <a:endParaRPr sz="12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F02483-6B67-6AF2-71B8-A001F722F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90" y="2086591"/>
            <a:ext cx="2255946" cy="145596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p73"/>
          <p:cNvSpPr txBox="1">
            <a:spLocks noGrp="1"/>
          </p:cNvSpPr>
          <p:nvPr>
            <p:ph type="body" idx="1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8" name="Google Shape;2308;p73"/>
          <p:cNvSpPr txBox="1">
            <a:spLocks noGrp="1"/>
          </p:cNvSpPr>
          <p:nvPr>
            <p:ph type="body" idx="2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9" name="Google Shape;2309;p73"/>
          <p:cNvSpPr txBox="1">
            <a:spLocks noGrp="1"/>
          </p:cNvSpPr>
          <p:nvPr>
            <p:ph type="body" idx="3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0" name="Google Shape;2310;p73"/>
          <p:cNvSpPr txBox="1">
            <a:spLocks noGrp="1"/>
          </p:cNvSpPr>
          <p:nvPr>
            <p:ph type="title"/>
          </p:nvPr>
        </p:nvSpPr>
        <p:spPr>
          <a:xfrm>
            <a:off x="216799" y="405375"/>
            <a:ext cx="8853309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Random Forest Classifier</a:t>
            </a:r>
            <a:endParaRPr dirty="0"/>
          </a:p>
        </p:txBody>
      </p:sp>
      <p:sp>
        <p:nvSpPr>
          <p:cNvPr id="2311" name="Google Shape;2311;p73"/>
          <p:cNvSpPr/>
          <p:nvPr/>
        </p:nvSpPr>
        <p:spPr>
          <a:xfrm>
            <a:off x="433350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12" name="Google Shape;2312;p73"/>
          <p:cNvGrpSpPr/>
          <p:nvPr/>
        </p:nvGrpSpPr>
        <p:grpSpPr>
          <a:xfrm>
            <a:off x="609598" y="1415143"/>
            <a:ext cx="599900" cy="141499"/>
            <a:chOff x="411700" y="2416840"/>
            <a:chExt cx="277873" cy="68400"/>
          </a:xfrm>
        </p:grpSpPr>
        <p:sp>
          <p:nvSpPr>
            <p:cNvPr id="2313" name="Google Shape;2313;p7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7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7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7" name="Google Shape;2317;p73"/>
          <p:cNvSpPr txBox="1"/>
          <p:nvPr/>
        </p:nvSpPr>
        <p:spPr>
          <a:xfrm>
            <a:off x="638975" y="1755350"/>
            <a:ext cx="76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Тот же датасет, что и в XGBoost (категории </a:t>
            </a:r>
            <a:r>
              <a:rPr lang="ru-RU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сделаные через</a:t>
            </a: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LabelEncoder)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E50E05-C1B2-0A5D-13A2-97908BF5E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175" y="2394288"/>
            <a:ext cx="7629218" cy="172204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Google Shape;2322;p74"/>
          <p:cNvSpPr txBox="1">
            <a:spLocks noGrp="1"/>
          </p:cNvSpPr>
          <p:nvPr>
            <p:ph type="title"/>
          </p:nvPr>
        </p:nvSpPr>
        <p:spPr>
          <a:xfrm>
            <a:off x="216799" y="405375"/>
            <a:ext cx="8705527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Random Forest Classifier</a:t>
            </a:r>
            <a:endParaRPr dirty="0"/>
          </a:p>
        </p:txBody>
      </p:sp>
      <p:sp>
        <p:nvSpPr>
          <p:cNvPr id="2323" name="Google Shape;2323;p74"/>
          <p:cNvSpPr/>
          <p:nvPr/>
        </p:nvSpPr>
        <p:spPr>
          <a:xfrm>
            <a:off x="433350" y="1300665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24" name="Google Shape;2324;p74"/>
          <p:cNvGrpSpPr/>
          <p:nvPr/>
        </p:nvGrpSpPr>
        <p:grpSpPr>
          <a:xfrm>
            <a:off x="609598" y="1415143"/>
            <a:ext cx="599900" cy="141499"/>
            <a:chOff x="411700" y="2416840"/>
            <a:chExt cx="277873" cy="68400"/>
          </a:xfrm>
        </p:grpSpPr>
        <p:sp>
          <p:nvSpPr>
            <p:cNvPr id="2325" name="Google Shape;2325;p7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7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7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0" name="Google Shape;2330;p74"/>
          <p:cNvSpPr txBox="1"/>
          <p:nvPr/>
        </p:nvSpPr>
        <p:spPr>
          <a:xfrm>
            <a:off x="709376" y="1716826"/>
            <a:ext cx="1678224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Результат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4D79EE-3438-6E2A-D7DD-BEEE233B0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31" y="2088379"/>
            <a:ext cx="1725103" cy="1084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F923D1-0035-7E3B-8828-196318974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685" y="1508745"/>
            <a:ext cx="3956735" cy="3176940"/>
          </a:xfrm>
          <a:prstGeom prst="rect">
            <a:avLst/>
          </a:prstGeom>
        </p:spPr>
      </p:pic>
      <p:pic>
        <p:nvPicPr>
          <p:cNvPr id="7" name="Google Shape;2300;p72">
            <a:extLst>
              <a:ext uri="{FF2B5EF4-FFF2-40B4-BE49-F238E27FC236}">
                <a16:creationId xmlns:a16="http://schemas.microsoft.com/office/drawing/2014/main" id="{9234FCCA-E025-FAD8-4C4B-321DDBED885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731" y="3611899"/>
            <a:ext cx="2719526" cy="1024923"/>
          </a:xfrm>
          <a:prstGeom prst="rect">
            <a:avLst/>
          </a:prstGeom>
          <a:noFill/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</p:pic>
      <p:sp>
        <p:nvSpPr>
          <p:cNvPr id="9" name="Google Shape;2301;p72">
            <a:extLst>
              <a:ext uri="{FF2B5EF4-FFF2-40B4-BE49-F238E27FC236}">
                <a16:creationId xmlns:a16="http://schemas.microsoft.com/office/drawing/2014/main" id="{143EFA00-E60E-93D1-8558-168B52374593}"/>
              </a:ext>
            </a:extLst>
          </p:cNvPr>
          <p:cNvSpPr txBox="1"/>
          <p:nvPr/>
        </p:nvSpPr>
        <p:spPr>
          <a:xfrm>
            <a:off x="721019" y="3251200"/>
            <a:ext cx="297569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Результаты случайной классификации</a:t>
            </a:r>
            <a:endParaRPr sz="1200"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75"/>
          <p:cNvSpPr txBox="1">
            <a:spLocks noGrp="1"/>
          </p:cNvSpPr>
          <p:nvPr>
            <p:ph type="title"/>
          </p:nvPr>
        </p:nvSpPr>
        <p:spPr>
          <a:xfrm>
            <a:off x="455550" y="400200"/>
            <a:ext cx="77319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Рекомендации и выводы</a:t>
            </a:r>
            <a:endParaRPr/>
          </a:p>
        </p:txBody>
      </p:sp>
      <p:sp>
        <p:nvSpPr>
          <p:cNvPr id="2337" name="Google Shape;2337;p75"/>
          <p:cNvSpPr/>
          <p:nvPr/>
        </p:nvSpPr>
        <p:spPr>
          <a:xfrm>
            <a:off x="433350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38" name="Google Shape;2338;p75"/>
          <p:cNvGrpSpPr/>
          <p:nvPr/>
        </p:nvGrpSpPr>
        <p:grpSpPr>
          <a:xfrm>
            <a:off x="609598" y="1415143"/>
            <a:ext cx="599900" cy="141499"/>
            <a:chOff x="411700" y="2416840"/>
            <a:chExt cx="277873" cy="68400"/>
          </a:xfrm>
        </p:grpSpPr>
        <p:sp>
          <p:nvSpPr>
            <p:cNvPr id="2339" name="Google Shape;2339;p7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7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7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2" name="Google Shape;2342;p75"/>
          <p:cNvSpPr txBox="1"/>
          <p:nvPr/>
        </p:nvSpPr>
        <p:spPr>
          <a:xfrm>
            <a:off x="2525475" y="1675850"/>
            <a:ext cx="6132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PUSH/SMS - уведомления отправляемые в 1-5 день имеют самый значимый эффект, но разные шаблоны - в разные стороны. 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43" name="Google Shape;2343;p75"/>
          <p:cNvSpPr txBox="1"/>
          <p:nvPr/>
        </p:nvSpPr>
        <p:spPr>
          <a:xfrm>
            <a:off x="609600" y="1673375"/>
            <a:ext cx="221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Утвердждение:</a:t>
            </a:r>
            <a:endParaRPr sz="18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4" name="Google Shape;2344;p75"/>
          <p:cNvSpPr txBox="1"/>
          <p:nvPr/>
        </p:nvSpPr>
        <p:spPr>
          <a:xfrm>
            <a:off x="625825" y="2425675"/>
            <a:ext cx="221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Примечание:</a:t>
            </a:r>
            <a:endParaRPr sz="18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5" name="Google Shape;2345;p75"/>
          <p:cNvSpPr txBox="1"/>
          <p:nvPr/>
        </p:nvSpPr>
        <p:spPr>
          <a:xfrm>
            <a:off x="2246225" y="2449650"/>
            <a:ext cx="64113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Несмотря на то, что этот тип уведомлений оказал наибольшее влияние на исход последовательности, это так же может быть связано с другими факторами. Например, обычно клиенты стараются закрыть задолженность в кратчайшие сроки вне зависимости от того, придет ли им уведомление или нет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46" name="Google Shape;2346;p75"/>
          <p:cNvSpPr txBox="1"/>
          <p:nvPr/>
        </p:nvSpPr>
        <p:spPr>
          <a:xfrm>
            <a:off x="591750" y="3756400"/>
            <a:ext cx="221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Рекомендация:</a:t>
            </a:r>
            <a:endParaRPr sz="18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7" name="Google Shape;2347;p75"/>
          <p:cNvSpPr txBox="1"/>
          <p:nvPr/>
        </p:nvSpPr>
        <p:spPr>
          <a:xfrm>
            <a:off x="2499500" y="3772625"/>
            <a:ext cx="3947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Попробовать сократить кол-во отправляемых уведомлений в первые пять дней и посмотреть, насколько они влияют на выплату задолженности.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Google Shape;2352;p76"/>
          <p:cNvSpPr txBox="1">
            <a:spLocks noGrp="1"/>
          </p:cNvSpPr>
          <p:nvPr>
            <p:ph type="title"/>
          </p:nvPr>
        </p:nvSpPr>
        <p:spPr>
          <a:xfrm>
            <a:off x="455550" y="400200"/>
            <a:ext cx="77319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Рекомендации и выводы</a:t>
            </a:r>
            <a:endParaRPr/>
          </a:p>
        </p:txBody>
      </p:sp>
      <p:sp>
        <p:nvSpPr>
          <p:cNvPr id="2353" name="Google Shape;2353;p76"/>
          <p:cNvSpPr/>
          <p:nvPr/>
        </p:nvSpPr>
        <p:spPr>
          <a:xfrm>
            <a:off x="433350" y="1284900"/>
            <a:ext cx="8277300" cy="3593100"/>
          </a:xfrm>
          <a:prstGeom prst="roundRect">
            <a:avLst>
              <a:gd name="adj" fmla="val 4803"/>
            </a:avLst>
          </a:prstGeom>
          <a:solidFill>
            <a:schemeClr val="lt2"/>
          </a:solidFill>
          <a:ln>
            <a:noFill/>
          </a:ln>
          <a:effectLst>
            <a:outerShdw blurRad="57150" dist="1905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4" name="Google Shape;2354;p76"/>
          <p:cNvGrpSpPr/>
          <p:nvPr/>
        </p:nvGrpSpPr>
        <p:grpSpPr>
          <a:xfrm>
            <a:off x="609598" y="1415143"/>
            <a:ext cx="599900" cy="141499"/>
            <a:chOff x="411700" y="2416840"/>
            <a:chExt cx="277873" cy="68400"/>
          </a:xfrm>
        </p:grpSpPr>
        <p:sp>
          <p:nvSpPr>
            <p:cNvPr id="2355" name="Google Shape;2355;p7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7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7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58" name="Google Shape;2358;p76"/>
          <p:cNvSpPr txBox="1"/>
          <p:nvPr/>
        </p:nvSpPr>
        <p:spPr>
          <a:xfrm>
            <a:off x="2525475" y="1675850"/>
            <a:ext cx="6132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XGBoost и Random Forest модели помогают с умеренной точностью (ROC-AUC ≈ 0.67) определить, будет ли последовательность уведомлений успешной или нет.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59" name="Google Shape;2359;p76"/>
          <p:cNvSpPr txBox="1"/>
          <p:nvPr/>
        </p:nvSpPr>
        <p:spPr>
          <a:xfrm>
            <a:off x="609600" y="1673375"/>
            <a:ext cx="221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Утвердждение:</a:t>
            </a:r>
            <a:endParaRPr sz="18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0" name="Google Shape;2360;p76"/>
          <p:cNvSpPr txBox="1"/>
          <p:nvPr/>
        </p:nvSpPr>
        <p:spPr>
          <a:xfrm>
            <a:off x="625825" y="2425675"/>
            <a:ext cx="221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Примечание:</a:t>
            </a:r>
            <a:endParaRPr sz="18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1" name="Google Shape;2361;p76"/>
          <p:cNvSpPr txBox="1"/>
          <p:nvPr/>
        </p:nvSpPr>
        <p:spPr>
          <a:xfrm>
            <a:off x="2246225" y="2449650"/>
            <a:ext cx="64113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Из-за структуры датасета, выявление наиболее и наименее значимых уведомлений проблематично. С другой стороны, модель может принять на вход планируемую цепочку уведомлений, ряд характеристик клиента и с точностью около 64% ее классифицировать</a:t>
            </a:r>
            <a:r>
              <a:rPr lang="ru-RU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62" name="Google Shape;2362;p76"/>
          <p:cNvSpPr txBox="1"/>
          <p:nvPr/>
        </p:nvSpPr>
        <p:spPr>
          <a:xfrm>
            <a:off x="591750" y="3756400"/>
            <a:ext cx="221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Рекомендация:</a:t>
            </a:r>
            <a:endParaRPr sz="18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3" name="Google Shape;2363;p76"/>
          <p:cNvSpPr txBox="1"/>
          <p:nvPr/>
        </p:nvSpPr>
        <p:spPr>
          <a:xfrm>
            <a:off x="2499500" y="3772625"/>
            <a:ext cx="5663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С помощью модели, можно составить составить стандартизированные цепочки уведомлений для разных категорий клиентов. Необходима дальнейшая работа с выборками из различных категорий.</a:t>
            </a:r>
            <a:endParaRPr dirty="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et To Know Me">
  <a:themeElements>
    <a:clrScheme name="Simple Light">
      <a:dk1>
        <a:srgbClr val="000000"/>
      </a:dk1>
      <a:lt1>
        <a:srgbClr val="4F4F4F"/>
      </a:lt1>
      <a:dk2>
        <a:srgbClr val="E7E7E7"/>
      </a:dk2>
      <a:lt2>
        <a:srgbClr val="FFFFFF"/>
      </a:lt2>
      <a:accent1>
        <a:srgbClr val="F4F2F2"/>
      </a:accent1>
      <a:accent2>
        <a:srgbClr val="119BFE"/>
      </a:accent2>
      <a:accent3>
        <a:srgbClr val="FF6B4D"/>
      </a:accent3>
      <a:accent4>
        <a:srgbClr val="28C840"/>
      </a:accent4>
      <a:accent5>
        <a:srgbClr val="FFC600"/>
      </a:accent5>
      <a:accent6>
        <a:srgbClr val="CCCCCC"/>
      </a:accent6>
      <a:hlink>
        <a:srgbClr val="E2AFD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</TotalTime>
  <Words>1007</Words>
  <Application>Microsoft Office PowerPoint</Application>
  <PresentationFormat>On-screen Show (16:9)</PresentationFormat>
  <Paragraphs>144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Lexend Light</vt:lpstr>
      <vt:lpstr>Lexend</vt:lpstr>
      <vt:lpstr>Simple Light</vt:lpstr>
      <vt:lpstr>Get To Know Me</vt:lpstr>
      <vt:lpstr>Проект  “Free target”</vt:lpstr>
      <vt:lpstr>PowerPoint Presentation</vt:lpstr>
      <vt:lpstr>Цели проекта</vt:lpstr>
      <vt:lpstr>Exploratory Data Analysis</vt:lpstr>
      <vt:lpstr>Exploratory Data Analysis</vt:lpstr>
      <vt:lpstr>Exploratory Data Analysis</vt:lpstr>
      <vt:lpstr>Data preprocessing</vt:lpstr>
      <vt:lpstr>Data preprocessing</vt:lpstr>
      <vt:lpstr>Data preprocessing</vt:lpstr>
      <vt:lpstr>Data preprocessing</vt:lpstr>
      <vt:lpstr>Data preprocessing</vt:lpstr>
      <vt:lpstr>Выбор целевой метрики</vt:lpstr>
      <vt:lpstr>Выбор целевой метрики</vt:lpstr>
      <vt:lpstr>Выбор целевой метрики</vt:lpstr>
      <vt:lpstr>Выбор целевой метрики</vt:lpstr>
      <vt:lpstr>Выбор целевой метрики</vt:lpstr>
      <vt:lpstr>Выбор целевой метрики</vt:lpstr>
      <vt:lpstr>Выбор целевой метрики</vt:lpstr>
      <vt:lpstr>Датасет для моделей</vt:lpstr>
      <vt:lpstr>Построение логистической регрессии</vt:lpstr>
      <vt:lpstr>Логистическая регрессия</vt:lpstr>
      <vt:lpstr>Логистическая регрессия</vt:lpstr>
      <vt:lpstr>Логистическая регрессия</vt:lpstr>
      <vt:lpstr>Логистическая регрессия</vt:lpstr>
      <vt:lpstr>Логистическая регрессия</vt:lpstr>
      <vt:lpstr>XGBoost &amp; Random Forest модели</vt:lpstr>
      <vt:lpstr>XGboost model</vt:lpstr>
      <vt:lpstr>XGboost model</vt:lpstr>
      <vt:lpstr>Random Forest Classifier</vt:lpstr>
      <vt:lpstr>Random Forest Classifier</vt:lpstr>
      <vt:lpstr>Рекомендации и выводы</vt:lpstr>
      <vt:lpstr>Рекомендации и 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Meirzhan</dc:creator>
  <cp:lastModifiedBy>Meirzhan Kurmanov</cp:lastModifiedBy>
  <cp:revision>18</cp:revision>
  <dcterms:modified xsi:type="dcterms:W3CDTF">2026-10-05T16:06:02Z</dcterms:modified>
</cp:coreProperties>
</file>